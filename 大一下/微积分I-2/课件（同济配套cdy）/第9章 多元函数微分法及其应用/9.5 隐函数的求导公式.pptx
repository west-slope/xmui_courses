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922" r:id="rId3"/>
    <p:sldId id="664" r:id="rId4"/>
    <p:sldId id="817" r:id="rId5"/>
    <p:sldId id="893" r:id="rId6"/>
    <p:sldId id="892" r:id="rId7"/>
    <p:sldId id="894" r:id="rId8"/>
    <p:sldId id="895" r:id="rId9"/>
    <p:sldId id="897" r:id="rId10"/>
    <p:sldId id="898" r:id="rId11"/>
    <p:sldId id="896" r:id="rId12"/>
    <p:sldId id="899" r:id="rId13"/>
    <p:sldId id="900" r:id="rId14"/>
    <p:sldId id="902" r:id="rId15"/>
    <p:sldId id="903" r:id="rId16"/>
    <p:sldId id="904" r:id="rId17"/>
    <p:sldId id="905" r:id="rId18"/>
    <p:sldId id="901" r:id="rId19"/>
    <p:sldId id="906" r:id="rId20"/>
    <p:sldId id="907" r:id="rId21"/>
    <p:sldId id="908" r:id="rId22"/>
    <p:sldId id="910" r:id="rId23"/>
    <p:sldId id="909" r:id="rId24"/>
    <p:sldId id="912" r:id="rId25"/>
    <p:sldId id="913" r:id="rId26"/>
    <p:sldId id="914" r:id="rId27"/>
    <p:sldId id="920" r:id="rId28"/>
    <p:sldId id="911" r:id="rId29"/>
    <p:sldId id="364" r:id="rId30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FFFFFF"/>
    <a:srgbClr val="BBBBBB"/>
    <a:srgbClr val="A9D18E"/>
    <a:srgbClr val="4A7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94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611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07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6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11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664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40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951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15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163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09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75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26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071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32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897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995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323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951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3385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12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726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隐函数求导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2317337" y="6589556"/>
            <a:ext cx="990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7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2710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7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20.png"/><Relationship Id="rId18" Type="http://schemas.openxmlformats.org/officeDocument/2006/relationships/image" Target="../media/image61.png"/><Relationship Id="rId3" Type="http://schemas.openxmlformats.org/officeDocument/2006/relationships/image" Target="../media/image50.png"/><Relationship Id="rId7" Type="http://schemas.openxmlformats.org/officeDocument/2006/relationships/image" Target="../media/image460.png"/><Relationship Id="rId12" Type="http://schemas.openxmlformats.org/officeDocument/2006/relationships/image" Target="../media/image56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0.png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8.png"/><Relationship Id="rId10" Type="http://schemas.openxmlformats.org/officeDocument/2006/relationships/image" Target="../media/image54.png"/><Relationship Id="rId19" Type="http://schemas.openxmlformats.org/officeDocument/2006/relationships/image" Target="../media/image62.png"/><Relationship Id="rId4" Type="http://schemas.openxmlformats.org/officeDocument/2006/relationships/image" Target="../media/image51.png"/><Relationship Id="rId9" Type="http://schemas.openxmlformats.org/officeDocument/2006/relationships/image" Target="../media/image480.png"/><Relationship Id="rId1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13" Type="http://schemas.openxmlformats.org/officeDocument/2006/relationships/image" Target="../media/image73.png"/><Relationship Id="rId3" Type="http://schemas.openxmlformats.org/officeDocument/2006/relationships/image" Target="../media/image600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0.png"/><Relationship Id="rId5" Type="http://schemas.openxmlformats.org/officeDocument/2006/relationships/image" Target="../media/image65.png"/><Relationship Id="rId15" Type="http://schemas.openxmlformats.org/officeDocument/2006/relationships/image" Target="../media/image730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Relationship Id="rId14" Type="http://schemas.openxmlformats.org/officeDocument/2006/relationships/image" Target="../media/image7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50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50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20.png"/><Relationship Id="rId21" Type="http://schemas.openxmlformats.org/officeDocument/2006/relationships/image" Target="../media/image137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23" Type="http://schemas.openxmlformats.org/officeDocument/2006/relationships/image" Target="../media/image139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20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20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96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2" Type="http://schemas.openxmlformats.org/officeDocument/2006/relationships/image" Target="../media/image201.png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5" Type="http://schemas.openxmlformats.org/officeDocument/2006/relationships/image" Target="../media/image2060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0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3" Type="http://schemas.openxmlformats.org/officeDocument/2006/relationships/image" Target="../media/image215.png"/><Relationship Id="rId7" Type="http://schemas.openxmlformats.org/officeDocument/2006/relationships/image" Target="../media/image2120.png"/><Relationship Id="rId12" Type="http://schemas.openxmlformats.org/officeDocument/2006/relationships/image" Target="../media/image217.png"/><Relationship Id="rId17" Type="http://schemas.openxmlformats.org/officeDocument/2006/relationships/image" Target="../media/image22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21.png"/><Relationship Id="rId20" Type="http://schemas.openxmlformats.org/officeDocument/2006/relationships/image" Target="../media/image2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10.png"/><Relationship Id="rId11" Type="http://schemas.openxmlformats.org/officeDocument/2006/relationships/image" Target="../media/image216.png"/><Relationship Id="rId5" Type="http://schemas.openxmlformats.org/officeDocument/2006/relationships/image" Target="../media/image2100.png"/><Relationship Id="rId15" Type="http://schemas.openxmlformats.org/officeDocument/2006/relationships/image" Target="../media/image220.png"/><Relationship Id="rId10" Type="http://schemas.openxmlformats.org/officeDocument/2006/relationships/image" Target="../media/image2150.png"/><Relationship Id="rId19" Type="http://schemas.openxmlformats.org/officeDocument/2006/relationships/image" Target="../media/image224.png"/><Relationship Id="rId4" Type="http://schemas.openxmlformats.org/officeDocument/2006/relationships/image" Target="../media/image2090.png"/><Relationship Id="rId9" Type="http://schemas.openxmlformats.org/officeDocument/2006/relationships/image" Target="../media/image2140.png"/><Relationship Id="rId14" Type="http://schemas.openxmlformats.org/officeDocument/2006/relationships/image" Target="../media/image2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3" Type="http://schemas.openxmlformats.org/officeDocument/2006/relationships/image" Target="../media/image120.png"/><Relationship Id="rId7" Type="http://schemas.openxmlformats.org/officeDocument/2006/relationships/image" Target="../media/image229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5" Type="http://schemas.openxmlformats.org/officeDocument/2006/relationships/image" Target="../media/image237.png"/><Relationship Id="rId10" Type="http://schemas.openxmlformats.org/officeDocument/2006/relationships/image" Target="../media/image232.png"/><Relationship Id="rId19" Type="http://schemas.openxmlformats.org/officeDocument/2006/relationships/image" Target="../media/image241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1.png"/><Relationship Id="rId18" Type="http://schemas.openxmlformats.org/officeDocument/2006/relationships/image" Target="../media/image256.png"/><Relationship Id="rId3" Type="http://schemas.openxmlformats.org/officeDocument/2006/relationships/image" Target="../media/image120.png"/><Relationship Id="rId7" Type="http://schemas.openxmlformats.org/officeDocument/2006/relationships/image" Target="../media/image245.png"/><Relationship Id="rId12" Type="http://schemas.openxmlformats.org/officeDocument/2006/relationships/image" Target="../media/image250.png"/><Relationship Id="rId17" Type="http://schemas.openxmlformats.org/officeDocument/2006/relationships/image" Target="../media/image25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4.png"/><Relationship Id="rId11" Type="http://schemas.openxmlformats.org/officeDocument/2006/relationships/image" Target="../media/image249.png"/><Relationship Id="rId5" Type="http://schemas.openxmlformats.org/officeDocument/2006/relationships/image" Target="../media/image243.png"/><Relationship Id="rId15" Type="http://schemas.openxmlformats.org/officeDocument/2006/relationships/image" Target="../media/image253.png"/><Relationship Id="rId10" Type="http://schemas.openxmlformats.org/officeDocument/2006/relationships/image" Target="../media/image248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Relationship Id="rId14" Type="http://schemas.openxmlformats.org/officeDocument/2006/relationships/image" Target="../media/image25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13" Type="http://schemas.openxmlformats.org/officeDocument/2006/relationships/image" Target="../media/image266.png"/><Relationship Id="rId18" Type="http://schemas.openxmlformats.org/officeDocument/2006/relationships/image" Target="../media/image271.png"/><Relationship Id="rId3" Type="http://schemas.openxmlformats.org/officeDocument/2006/relationships/image" Target="../media/image120.png"/><Relationship Id="rId7" Type="http://schemas.openxmlformats.org/officeDocument/2006/relationships/image" Target="../media/image260.png"/><Relationship Id="rId12" Type="http://schemas.openxmlformats.org/officeDocument/2006/relationships/image" Target="../media/image265.png"/><Relationship Id="rId17" Type="http://schemas.openxmlformats.org/officeDocument/2006/relationships/image" Target="../media/image27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9.png"/><Relationship Id="rId11" Type="http://schemas.openxmlformats.org/officeDocument/2006/relationships/image" Target="../media/image264.png"/><Relationship Id="rId5" Type="http://schemas.openxmlformats.org/officeDocument/2006/relationships/image" Target="../media/image258.png"/><Relationship Id="rId15" Type="http://schemas.openxmlformats.org/officeDocument/2006/relationships/image" Target="../media/image268.png"/><Relationship Id="rId10" Type="http://schemas.openxmlformats.org/officeDocument/2006/relationships/image" Target="../media/image263.png"/><Relationship Id="rId4" Type="http://schemas.openxmlformats.org/officeDocument/2006/relationships/image" Target="../media/image257.png"/><Relationship Id="rId9" Type="http://schemas.openxmlformats.org/officeDocument/2006/relationships/image" Target="../media/image262.png"/><Relationship Id="rId14" Type="http://schemas.openxmlformats.org/officeDocument/2006/relationships/image" Target="../media/image2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5" Type="http://schemas.openxmlformats.org/officeDocument/2006/relationships/image" Target="../media/image275.png"/><Relationship Id="rId10" Type="http://schemas.openxmlformats.org/officeDocument/2006/relationships/image" Target="../media/image280.png"/><Relationship Id="rId4" Type="http://schemas.openxmlformats.org/officeDocument/2006/relationships/image" Target="../media/image274.png"/><Relationship Id="rId9" Type="http://schemas.openxmlformats.org/officeDocument/2006/relationships/image" Target="../media/image27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0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3" Type="http://schemas.openxmlformats.org/officeDocument/2006/relationships/image" Target="../media/image2720.png"/><Relationship Id="rId21" Type="http://schemas.openxmlformats.org/officeDocument/2006/relationships/image" Target="../media/image290.png"/><Relationship Id="rId7" Type="http://schemas.openxmlformats.org/officeDocument/2006/relationships/image" Target="../media/image2760.png"/><Relationship Id="rId12" Type="http://schemas.openxmlformats.org/officeDocument/2006/relationships/image" Target="../media/image2810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85.png"/><Relationship Id="rId20" Type="http://schemas.openxmlformats.org/officeDocument/2006/relationships/image" Target="../media/image28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50.png"/><Relationship Id="rId11" Type="http://schemas.openxmlformats.org/officeDocument/2006/relationships/image" Target="../media/image2800.png"/><Relationship Id="rId24" Type="http://schemas.openxmlformats.org/officeDocument/2006/relationships/image" Target="../media/image293.png"/><Relationship Id="rId5" Type="http://schemas.openxmlformats.org/officeDocument/2006/relationships/image" Target="../media/image2740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10" Type="http://schemas.openxmlformats.org/officeDocument/2006/relationships/image" Target="../media/image2790.png"/><Relationship Id="rId19" Type="http://schemas.openxmlformats.org/officeDocument/2006/relationships/image" Target="../media/image288.png"/><Relationship Id="rId4" Type="http://schemas.openxmlformats.org/officeDocument/2006/relationships/image" Target="../media/image2730.png"/><Relationship Id="rId9" Type="http://schemas.openxmlformats.org/officeDocument/2006/relationships/image" Target="../media/image2780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24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3889" y="7955"/>
              <a:ext cx="2821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92F68B-F3C7-5D48-85DF-0C6D2E82BDE2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243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686345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隐函数的</a:t>
            </a:r>
            <a:r>
              <a:rPr kumimoji="1"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rPr>
              <a:t>求导公式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86D9470-445D-1A4E-8C79-4FABC6F415EB}"/>
              </a:ext>
            </a:extLst>
          </p:cNvPr>
          <p:cNvGrpSpPr/>
          <p:nvPr/>
        </p:nvGrpSpPr>
        <p:grpSpPr>
          <a:xfrm>
            <a:off x="4101218" y="2320979"/>
            <a:ext cx="3989565" cy="901065"/>
            <a:chOff x="3977909" y="1027772"/>
            <a:chExt cx="3989565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09" y="1027772"/>
              <a:ext cx="3989565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216600" y="1217006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个方程的情形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5AC671-4239-4442-839D-0B10800C5DE4}"/>
              </a:ext>
            </a:extLst>
          </p:cNvPr>
          <p:cNvGrpSpPr/>
          <p:nvPr/>
        </p:nvGrpSpPr>
        <p:grpSpPr>
          <a:xfrm>
            <a:off x="4101218" y="3756600"/>
            <a:ext cx="3989565" cy="901065"/>
            <a:chOff x="3977910" y="2138088"/>
            <a:chExt cx="3989565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10" y="2138088"/>
              <a:ext cx="3989565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30572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方程组</a:t>
              </a:r>
              <a:r>
                <a:rPr kumimoji="1"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的情形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68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24790" y="180072"/>
            <a:ext cx="11743055" cy="6456045"/>
          </a:xfrm>
          <a:prstGeom prst="roundRect">
            <a:avLst>
              <a:gd name="adj" fmla="val 3499"/>
            </a:avLst>
          </a:prstGeom>
          <a:solidFill>
            <a:schemeClr val="bg1"/>
          </a:solidFill>
          <a:ln>
            <a:solidFill>
              <a:srgbClr val="1790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4A320F-4F14-DB2D-62EF-2D4637EBB8BD}"/>
              </a:ext>
            </a:extLst>
          </p:cNvPr>
          <p:cNvGrpSpPr/>
          <p:nvPr/>
        </p:nvGrpSpPr>
        <p:grpSpPr>
          <a:xfrm>
            <a:off x="228600" y="236182"/>
            <a:ext cx="11729822" cy="6421275"/>
            <a:chOff x="228600" y="236182"/>
            <a:chExt cx="11729822" cy="6421275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ED608AAE-9C6A-AD29-F2EC-6DAF0C7EB258}"/>
                </a:ext>
              </a:extLst>
            </p:cNvPr>
            <p:cNvSpPr/>
            <p:nvPr/>
          </p:nvSpPr>
          <p:spPr>
            <a:xfrm>
              <a:off x="364173" y="646060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C7A2FC5C-A81F-895F-A596-06FE78DD8996}"/>
                </a:ext>
              </a:extLst>
            </p:cNvPr>
            <p:cNvSpPr/>
            <p:nvPr/>
          </p:nvSpPr>
          <p:spPr>
            <a:xfrm rot="2659048">
              <a:off x="8838055" y="295963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768B75A-26E3-4BDA-B653-383A0B41D28A}"/>
                </a:ext>
              </a:extLst>
            </p:cNvPr>
            <p:cNvSpPr/>
            <p:nvPr/>
          </p:nvSpPr>
          <p:spPr>
            <a:xfrm>
              <a:off x="543503" y="6349680"/>
              <a:ext cx="177965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第五节   隐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函数求导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9D5358-BCAE-5935-01B0-1C306CAEC0D3}"/>
                </a:ext>
              </a:extLst>
            </p:cNvPr>
            <p:cNvSpPr/>
            <p:nvPr/>
          </p:nvSpPr>
          <p:spPr>
            <a:xfrm>
              <a:off x="9055533" y="236182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第九章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多元函数微分法及其应用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F20D921-E79A-AAB3-8F06-2FFA7A88ACA6}"/>
                </a:ext>
              </a:extLst>
            </p:cNvPr>
            <p:cNvCxnSpPr/>
            <p:nvPr/>
          </p:nvCxnSpPr>
          <p:spPr>
            <a:xfrm>
              <a:off x="228600" y="375380"/>
              <a:ext cx="838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5FA6146-EEC9-EF62-B762-7602D44A3F36}"/>
                </a:ext>
              </a:extLst>
            </p:cNvPr>
            <p:cNvCxnSpPr/>
            <p:nvPr/>
          </p:nvCxnSpPr>
          <p:spPr>
            <a:xfrm>
              <a:off x="2418422" y="6503831"/>
              <a:ext cx="9540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567098D-B8C9-79E7-F590-DCB4D0187740}"/>
              </a:ext>
            </a:extLst>
          </p:cNvPr>
          <p:cNvGrpSpPr/>
          <p:nvPr/>
        </p:nvGrpSpPr>
        <p:grpSpPr>
          <a:xfrm>
            <a:off x="2456522" y="932155"/>
            <a:ext cx="962025" cy="448945"/>
            <a:chOff x="1553" y="3803"/>
            <a:chExt cx="1515" cy="707"/>
          </a:xfrm>
        </p:grpSpPr>
        <p:sp>
          <p:nvSpPr>
            <p:cNvPr id="64" name="圆角矩形 57">
              <a:extLst>
                <a:ext uri="{FF2B5EF4-FFF2-40B4-BE49-F238E27FC236}">
                  <a16:creationId xmlns:a16="http://schemas.microsoft.com/office/drawing/2014/main" id="{0A356DC5-800C-FD1B-3B2F-B0698172011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F9031199-B54B-D27F-8586-2FB69BA87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回顾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  <a:endParaRPr lang="zh-CN" altLang="en-US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35023AD3-8BAB-834B-0A90-1B602868C9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226" y="1632444"/>
                <a:ext cx="75707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在第二章第四节已经提出隐函数的概念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并指出</a:t>
                </a:r>
              </a:p>
            </p:txBody>
          </p:sp>
        </mc:Choice>
        <mc:Fallback xmlns=""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35023AD3-8BAB-834B-0A90-1B602868C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1226" y="1632444"/>
                <a:ext cx="7570796" cy="523220"/>
              </a:xfrm>
              <a:prstGeom prst="rect">
                <a:avLst/>
              </a:prstGeom>
              <a:blipFill>
                <a:blip r:embed="rId3"/>
                <a:stretch>
                  <a:fillRect l="-1691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右箭头 3">
            <a:extLst>
              <a:ext uri="{FF2B5EF4-FFF2-40B4-BE49-F238E27FC236}">
                <a16:creationId xmlns:a16="http://schemas.microsoft.com/office/drawing/2014/main" id="{E9BAD547-01AB-9757-C51E-74A27F098543}"/>
              </a:ext>
            </a:extLst>
          </p:cNvPr>
          <p:cNvSpPr/>
          <p:nvPr/>
        </p:nvSpPr>
        <p:spPr>
          <a:xfrm>
            <a:off x="2505417" y="2906649"/>
            <a:ext cx="2215619" cy="1028586"/>
          </a:xfrm>
          <a:prstGeom prst="rightArrow">
            <a:avLst>
              <a:gd name="adj1" fmla="val 61112"/>
              <a:gd name="adj2" fmla="val 56816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</a:rPr>
              <a:t>本节讨论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DCDDB409-24D2-B1FF-D778-19B06F3DAC25}"/>
                  </a:ext>
                </a:extLst>
              </p:cNvPr>
              <p:cNvSpPr txBox="1"/>
              <p:nvPr/>
            </p:nvSpPr>
            <p:spPr>
              <a:xfrm>
                <a:off x="2371226" y="2304757"/>
                <a:ext cx="6802136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由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所确定的隐函数的求导方法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DCDDB409-24D2-B1FF-D778-19B06F3DA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226" y="2304757"/>
                <a:ext cx="6802136" cy="444500"/>
              </a:xfrm>
              <a:prstGeom prst="rect">
                <a:avLst/>
              </a:prstGeom>
              <a:blipFill>
                <a:blip r:embed="rId4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3">
                <a:extLst>
                  <a:ext uri="{FF2B5EF4-FFF2-40B4-BE49-F238E27FC236}">
                    <a16:creationId xmlns:a16="http://schemas.microsoft.com/office/drawing/2014/main" id="{D8225DB9-12F6-7C29-F36E-32A31E2D9C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226" y="4057315"/>
                <a:ext cx="636171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方程在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什么条件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下才能确定隐函数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18" name="Text Box 3">
                <a:extLst>
                  <a:ext uri="{FF2B5EF4-FFF2-40B4-BE49-F238E27FC236}">
                    <a16:creationId xmlns:a16="http://schemas.microsoft.com/office/drawing/2014/main" id="{D8225DB9-12F6-7C29-F36E-32A31E2D9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1226" y="4057315"/>
                <a:ext cx="6361714" cy="523220"/>
              </a:xfrm>
              <a:prstGeom prst="rect">
                <a:avLst/>
              </a:prstGeom>
              <a:blipFill>
                <a:blip r:embed="rId5"/>
                <a:stretch>
                  <a:fillRect t="-15294" r="-162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6C03E37F-2EC2-6171-2A59-EE6CE3BA68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226" y="4769527"/>
                <a:ext cx="466713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在方程能确定隐函数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6C03E37F-2EC2-6171-2A59-EE6CE3BA6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1226" y="4769527"/>
                <a:ext cx="4667138" cy="523220"/>
              </a:xfrm>
              <a:prstGeom prst="rect">
                <a:avLst/>
              </a:prstGeom>
              <a:blipFill>
                <a:blip r:embed="rId6"/>
                <a:stretch>
                  <a:fillRect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1">
            <a:extLst>
              <a:ext uri="{FF2B5EF4-FFF2-40B4-BE49-F238E27FC236}">
                <a16:creationId xmlns:a16="http://schemas.microsoft.com/office/drawing/2014/main" id="{5E22B388-E6C2-1C2C-5AF5-32184AF6F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231" y="5435669"/>
            <a:ext cx="6486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研究其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连续性、可微性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及</a:t>
            </a:r>
            <a:r>
              <a:rPr kumimoji="1" lang="zh-CN" altLang="en-US" sz="2800" b="1" dirty="0">
                <a:solidFill>
                  <a:srgbClr val="04926A"/>
                </a:solidFill>
                <a:latin typeface="黑体"/>
                <a:ea typeface="黑体"/>
                <a:cs typeface="+mn-ea"/>
                <a:sym typeface="+mn-lt"/>
              </a:rPr>
              <a:t>求导方法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问题</a:t>
            </a: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.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012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5" grpId="0" animBg="1"/>
      <p:bldP spid="17" grpId="0"/>
      <p:bldP spid="18" grpId="0" autoUpdateAnimBg="0"/>
      <p:bldP spid="19" grpId="0" autoUpdateAnimBg="0"/>
      <p:bldP spid="2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E99215C-3D04-2A66-AE78-075159B1A1FE}"/>
                  </a:ext>
                </a:extLst>
              </p:cNvPr>
              <p:cNvSpPr txBox="1"/>
              <p:nvPr/>
            </p:nvSpPr>
            <p:spPr bwMode="auto">
              <a:xfrm>
                <a:off x="4413902" y="1723633"/>
                <a:ext cx="1665286" cy="553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𝑃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E99215C-3D04-2A66-AE78-075159B1A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3902" y="1723633"/>
                <a:ext cx="1665286" cy="553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DC5E4EFA-84A6-9197-40EB-FB188BD0EF93}"/>
                  </a:ext>
                </a:extLst>
              </p:cNvPr>
              <p:cNvSpPr txBox="1"/>
              <p:nvPr/>
            </p:nvSpPr>
            <p:spPr bwMode="auto">
              <a:xfrm>
                <a:off x="2525035" y="1715377"/>
                <a:ext cx="1382896" cy="5470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DC5E4EFA-84A6-9197-40EB-FB188BD0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5035" y="1715377"/>
                <a:ext cx="1382896" cy="5470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5C68A98F-58A4-5F7E-E267-009CB8F29509}"/>
                  </a:ext>
                </a:extLst>
              </p:cNvPr>
              <p:cNvSpPr txBox="1"/>
              <p:nvPr/>
            </p:nvSpPr>
            <p:spPr bwMode="auto">
              <a:xfrm>
                <a:off x="3083307" y="2974440"/>
                <a:ext cx="2754875" cy="5645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5C68A98F-58A4-5F7E-E267-009CB8F29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3307" y="2974440"/>
                <a:ext cx="2754875" cy="564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0">
            <a:extLst>
              <a:ext uri="{FF2B5EF4-FFF2-40B4-BE49-F238E27FC236}">
                <a16:creationId xmlns:a16="http://schemas.microsoft.com/office/drawing/2014/main" id="{55D66B65-7696-1774-4432-149CA193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141" y="4240826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0A352E09-0827-15F5-FFD4-2E726344C6A0}"/>
                  </a:ext>
                </a:extLst>
              </p:cNvPr>
              <p:cNvSpPr txBox="1"/>
              <p:nvPr/>
            </p:nvSpPr>
            <p:spPr bwMode="auto">
              <a:xfrm>
                <a:off x="2275018" y="4264729"/>
                <a:ext cx="4574156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在点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0A352E09-0827-15F5-FFD4-2E726344C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5018" y="4264729"/>
                <a:ext cx="4574156" cy="469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6">
                <a:extLst>
                  <a:ext uri="{FF2B5EF4-FFF2-40B4-BE49-F238E27FC236}">
                    <a16:creationId xmlns:a16="http://schemas.microsoft.com/office/drawing/2014/main" id="{8860E66C-F33D-31E8-5BBF-A3AFF5B52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8141" y="4907695"/>
                <a:ext cx="4703885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连续函数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b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),</a:t>
                </a:r>
              </a:p>
            </p:txBody>
          </p:sp>
        </mc:Choice>
        <mc:Fallback xmlns="">
          <p:sp>
            <p:nvSpPr>
              <p:cNvPr id="8" name="Text Box 16">
                <a:extLst>
                  <a:ext uri="{FF2B5EF4-FFF2-40B4-BE49-F238E27FC236}">
                    <a16:creationId xmlns:a16="http://schemas.microsoft.com/office/drawing/2014/main" id="{8860E66C-F33D-31E8-5BBF-A3AFF5B52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8141" y="4907695"/>
                <a:ext cx="4703885" cy="519112"/>
              </a:xfrm>
              <a:prstGeom prst="rect">
                <a:avLst/>
              </a:prstGeom>
              <a:blipFill>
                <a:blip r:embed="rId7"/>
                <a:stretch>
                  <a:fillRect l="-2720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7">
                <a:extLst>
                  <a:ext uri="{FF2B5EF4-FFF2-40B4-BE49-F238E27FC236}">
                    <a16:creationId xmlns:a16="http://schemas.microsoft.com/office/drawing/2014/main" id="{F252F0EF-2F09-5A3D-1325-4C15DC3C1906}"/>
                  </a:ext>
                </a:extLst>
              </p:cNvPr>
              <p:cNvSpPr txBox="1"/>
              <p:nvPr/>
            </p:nvSpPr>
            <p:spPr bwMode="auto">
              <a:xfrm>
                <a:off x="5408613" y="4913768"/>
                <a:ext cx="2119312" cy="6483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7">
                <a:extLst>
                  <a:ext uri="{FF2B5EF4-FFF2-40B4-BE49-F238E27FC236}">
                    <a16:creationId xmlns:a16="http://schemas.microsoft.com/office/drawing/2014/main" id="{F252F0EF-2F09-5A3D-1325-4C15DC3C1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8613" y="4913768"/>
                <a:ext cx="2119312" cy="6483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8">
            <a:extLst>
              <a:ext uri="{FF2B5EF4-FFF2-40B4-BE49-F238E27FC236}">
                <a16:creationId xmlns:a16="http://schemas.microsoft.com/office/drawing/2014/main" id="{FA606EA5-6B80-A1DD-30DD-21639C808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238" y="4925007"/>
            <a:ext cx="2976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并有</a:t>
            </a:r>
            <a:r>
              <a:rPr kumimoji="1"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连续导数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F353D54D-0788-16B5-95BA-DCCD3B0D149F}"/>
                  </a:ext>
                </a:extLst>
              </p:cNvPr>
              <p:cNvSpPr txBox="1"/>
              <p:nvPr/>
            </p:nvSpPr>
            <p:spPr bwMode="auto">
              <a:xfrm>
                <a:off x="2545672" y="5426807"/>
                <a:ext cx="2033588" cy="10924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F353D54D-0788-16B5-95BA-DCCD3B0D1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5672" y="5426807"/>
                <a:ext cx="2033588" cy="10924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20">
                <a:extLst>
                  <a:ext uri="{FF2B5EF4-FFF2-40B4-BE49-F238E27FC236}">
                    <a16:creationId xmlns:a16="http://schemas.microsoft.com/office/drawing/2014/main" id="{324CEAA9-8E0C-3C6A-FE66-99ABD236D2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982" y="5634107"/>
                <a:ext cx="3124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dirty="0">
                              <a:solidFill>
                                <a:prstClr val="black"/>
                              </a:solidFill>
                              <a:latin typeface="黑体"/>
                              <a:ea typeface="黑体"/>
                              <a:cs typeface="+mn-ea"/>
                              <a:sym typeface="+mn-lt"/>
                            </a:rPr>
                            <m:t>隐函数求导公式</m:t>
                          </m:r>
                        </m:e>
                      </m:d>
                    </m:oMath>
                  </m:oMathPara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7" name="Text Box 20">
                <a:extLst>
                  <a:ext uri="{FF2B5EF4-FFF2-40B4-BE49-F238E27FC236}">
                    <a16:creationId xmlns:a16="http://schemas.microsoft.com/office/drawing/2014/main" id="{324CEAA9-8E0C-3C6A-FE66-99ABD236D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7982" y="5634107"/>
                <a:ext cx="3124200" cy="5191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34">
                <a:extLst>
                  <a:ext uri="{FF2B5EF4-FFF2-40B4-BE49-F238E27FC236}">
                    <a16:creationId xmlns:a16="http://schemas.microsoft.com/office/drawing/2014/main" id="{78C4EE78-3025-D33D-7D60-DFEF5FF5B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683" y="2361296"/>
                <a:ext cx="3962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①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具有连续的偏导数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8" name="Text Box 34">
                <a:extLst>
                  <a:ext uri="{FF2B5EF4-FFF2-40B4-BE49-F238E27FC236}">
                    <a16:creationId xmlns:a16="http://schemas.microsoft.com/office/drawing/2014/main" id="{78C4EE78-3025-D33D-7D60-DFEF5FF5B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683" y="2361296"/>
                <a:ext cx="3962400" cy="519112"/>
              </a:xfrm>
              <a:prstGeom prst="rect">
                <a:avLst/>
              </a:prstGeom>
              <a:blipFill>
                <a:blip r:embed="rId11"/>
                <a:stretch>
                  <a:fillRect l="-3077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39">
            <a:extLst>
              <a:ext uri="{FF2B5EF4-FFF2-40B4-BE49-F238E27FC236}">
                <a16:creationId xmlns:a16="http://schemas.microsoft.com/office/drawing/2014/main" id="{B470DFE7-D232-5E36-0390-F1A9FF9E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041" y="4255204"/>
            <a:ext cx="53804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的</a:t>
            </a:r>
            <a:r>
              <a:rPr kumimoji="1" lang="zh-CN" altLang="en-US" sz="2800" b="1" dirty="0">
                <a:solidFill>
                  <a:srgbClr val="04926A"/>
                </a:solidFill>
                <a:latin typeface="黑体"/>
                <a:ea typeface="黑体"/>
                <a:cs typeface="+mn-ea"/>
                <a:sym typeface="+mn-lt"/>
              </a:rPr>
              <a:t>某邻域内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可唯一确定一个单值</a:t>
            </a: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68374E19-4E31-AAE9-3973-C834A3435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935" y="170890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在点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099B5D1D-7A79-12A4-577F-203A3E7B9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182" y="1727374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的某一邻域内满足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A18EBE4D-EAEF-27F8-6D33-2024716A1F71}"/>
                  </a:ext>
                </a:extLst>
              </p:cNvPr>
              <p:cNvSpPr txBox="1"/>
              <p:nvPr/>
            </p:nvSpPr>
            <p:spPr bwMode="auto">
              <a:xfrm>
                <a:off x="3030151" y="3612327"/>
                <a:ext cx="3037741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)≠0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44">
                <a:extLst>
                  <a:ext uri="{FF2B5EF4-FFF2-40B4-BE49-F238E27FC236}">
                    <a16:creationId xmlns:a16="http://schemas.microsoft.com/office/drawing/2014/main" id="{A18EBE4D-EAEF-27F8-6D33-2024716A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151" y="3612327"/>
                <a:ext cx="3037741" cy="495300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46">
            <a:extLst>
              <a:ext uri="{FF2B5EF4-FFF2-40B4-BE49-F238E27FC236}">
                <a16:creationId xmlns:a16="http://schemas.microsoft.com/office/drawing/2014/main" id="{761FB325-2EA2-EE7D-466A-A25FA39F6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683" y="2977548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  <p:sp>
        <p:nvSpPr>
          <p:cNvPr id="26" name="Text Box 47">
            <a:extLst>
              <a:ext uri="{FF2B5EF4-FFF2-40B4-BE49-F238E27FC236}">
                <a16:creationId xmlns:a16="http://schemas.microsoft.com/office/drawing/2014/main" id="{CCBEACFC-2064-971B-DA04-C6151CDAC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683" y="361398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③</a:t>
            </a:r>
          </a:p>
        </p:txBody>
      </p:sp>
      <p:sp>
        <p:nvSpPr>
          <p:cNvPr id="27" name="Text Box 48">
            <a:extLst>
              <a:ext uri="{FF2B5EF4-FFF2-40B4-BE49-F238E27FC236}">
                <a16:creationId xmlns:a16="http://schemas.microsoft.com/office/drawing/2014/main" id="{FAE1FBA2-33EF-7A37-14D3-FDA696D8A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886" y="4885640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满足条件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24">
                <a:extLst>
                  <a:ext uri="{FF2B5EF4-FFF2-40B4-BE49-F238E27FC236}">
                    <a16:creationId xmlns:a16="http://schemas.microsoft.com/office/drawing/2014/main" id="{195E6D23-2D2D-1776-21D8-957446CB9B9A}"/>
                  </a:ext>
                </a:extLst>
              </p:cNvPr>
              <p:cNvSpPr txBox="1"/>
              <p:nvPr/>
            </p:nvSpPr>
            <p:spPr>
              <a:xfrm>
                <a:off x="1059437" y="1101798"/>
                <a:ext cx="7521160" cy="444500"/>
              </a:xfrm>
              <a:prstGeom prst="rect">
                <a:avLst/>
              </a:prstGeom>
              <a:ln w="28575">
                <a:noFill/>
                <a:prstDash val="dashDot"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1. </m:t>
                      </m:r>
                      <m:r>
                        <a:rPr kumimoji="1" lang="zh-CN" altLang="en-US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b="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b="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b="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b="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b="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情形下的隐函数存在定理</m:t>
                      </m:r>
                      <m:r>
                        <a:rPr kumimoji="1" lang="zh-CN" altLang="en-US" sz="2800" b="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对象 24">
                <a:extLst>
                  <a:ext uri="{FF2B5EF4-FFF2-40B4-BE49-F238E27FC236}">
                    <a16:creationId xmlns:a16="http://schemas.microsoft.com/office/drawing/2014/main" id="{195E6D23-2D2D-1776-21D8-957446CB9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37" y="1101798"/>
                <a:ext cx="7521160" cy="444500"/>
              </a:xfrm>
              <a:prstGeom prst="rect">
                <a:avLst/>
              </a:prstGeom>
              <a:blipFill>
                <a:blip r:embed="rId13"/>
                <a:stretch>
                  <a:fillRect b="-5479"/>
                </a:stretch>
              </a:blipFill>
              <a:ln w="28575">
                <a:noFill/>
                <a:prstDash val="dash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27">
            <a:extLst>
              <a:ext uri="{FF2B5EF4-FFF2-40B4-BE49-F238E27FC236}">
                <a16:creationId xmlns:a16="http://schemas.microsoft.com/office/drawing/2014/main" id="{18FAA250-7C85-2304-FEDE-D6F7F902D381}"/>
              </a:ext>
            </a:extLst>
          </p:cNvPr>
          <p:cNvSpPr txBox="1">
            <a:spLocks noChangeArrowheads="1"/>
          </p:cNvSpPr>
          <p:nvPr/>
        </p:nvSpPr>
        <p:spPr>
          <a:xfrm>
            <a:off x="1086241" y="564979"/>
            <a:ext cx="5857460" cy="51453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一、一个方程的情形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1E64489-FA5E-6723-5F51-64AAB41AB5E8}"/>
              </a:ext>
            </a:extLst>
          </p:cNvPr>
          <p:cNvGrpSpPr/>
          <p:nvPr/>
        </p:nvGrpSpPr>
        <p:grpSpPr>
          <a:xfrm>
            <a:off x="1139908" y="1761824"/>
            <a:ext cx="1238885" cy="449580"/>
            <a:chOff x="1553" y="3802"/>
            <a:chExt cx="1951" cy="708"/>
          </a:xfrm>
        </p:grpSpPr>
        <p:sp>
          <p:nvSpPr>
            <p:cNvPr id="12" name="圆角矩形 3">
              <a:extLst>
                <a:ext uri="{FF2B5EF4-FFF2-40B4-BE49-F238E27FC236}">
                  <a16:creationId xmlns:a16="http://schemas.microsoft.com/office/drawing/2014/main" id="{DF1ED4AB-4241-A166-FE41-D8FDAAACFCFC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279F52CE-EB26-D48E-D80A-9FE917885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553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utoUpdateAnimBg="0"/>
      <p:bldP spid="9" grpId="0"/>
      <p:bldP spid="10" grpId="0"/>
      <p:bldP spid="15" grpId="0"/>
      <p:bldP spid="17" grpId="0" autoUpdateAnimBg="0"/>
      <p:bldP spid="18" grpId="0" autoUpdateAnimBg="0"/>
      <p:bldP spid="19" grpId="0"/>
      <p:bldP spid="20" grpId="0"/>
      <p:bldP spid="21" grpId="0"/>
      <p:bldP spid="24" grpId="0"/>
      <p:bldP spid="25" grpId="0"/>
      <p:bldP spid="26" grpId="0"/>
      <p:bldP spid="27" grpId="0" build="p" autoUpdateAnimBg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89E2A519-F523-99C9-7C29-F463F14164CE}"/>
                  </a:ext>
                </a:extLst>
              </p:cNvPr>
              <p:cNvSpPr txBox="1"/>
              <p:nvPr/>
            </p:nvSpPr>
            <p:spPr bwMode="auto">
              <a:xfrm>
                <a:off x="4368802" y="1912654"/>
                <a:ext cx="3222624" cy="5191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))≡0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89E2A519-F523-99C9-7C29-F463F1416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8802" y="1912654"/>
                <a:ext cx="3222624" cy="519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2E096D95-ACC9-4B63-5D5C-74BA14FCC0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6400" y="2656608"/>
                <a:ext cx="25019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两边对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</a:p>
            </p:txBody>
          </p:sp>
        </mc:Choice>
        <mc:Fallback xmlns="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2E096D95-ACC9-4B63-5D5C-74BA14FCC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2656608"/>
                <a:ext cx="2501900" cy="519113"/>
              </a:xfrm>
              <a:prstGeom prst="rect">
                <a:avLst/>
              </a:prstGeom>
              <a:blipFill>
                <a:blip r:embed="rId4"/>
                <a:stretch>
                  <a:fillRect l="-4878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21">
            <a:extLst>
              <a:ext uri="{FF2B5EF4-FFF2-40B4-BE49-F238E27FC236}">
                <a16:creationId xmlns:a16="http://schemas.microsoft.com/office/drawing/2014/main" id="{784DB041-1B22-F3B2-E8B9-7FDA00428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1300" y="2581031"/>
            <a:ext cx="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ADA13BBD-B2DB-3EAA-C35F-E54D42E1CBDC}"/>
                  </a:ext>
                </a:extLst>
              </p:cNvPr>
              <p:cNvSpPr txBox="1"/>
              <p:nvPr/>
            </p:nvSpPr>
            <p:spPr bwMode="auto">
              <a:xfrm>
                <a:off x="4368802" y="3503454"/>
                <a:ext cx="3454397" cy="1157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≡0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ADA13BBD-B2DB-3EAA-C35F-E54D42E1C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8802" y="3503454"/>
                <a:ext cx="3454397" cy="1157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BBDC9B4C-C9A1-1285-F83F-1C64B0755936}"/>
                  </a:ext>
                </a:extLst>
              </p:cNvPr>
              <p:cNvSpPr txBox="1"/>
              <p:nvPr/>
            </p:nvSpPr>
            <p:spPr bwMode="auto">
              <a:xfrm>
                <a:off x="4368802" y="5243376"/>
                <a:ext cx="2141535" cy="10900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BBDC9B4C-C9A1-1285-F83F-1C64B0755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8802" y="5243376"/>
                <a:ext cx="2141535" cy="10900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24">
            <a:extLst>
              <a:ext uri="{FF2B5EF4-FFF2-40B4-BE49-F238E27FC236}">
                <a16:creationId xmlns:a16="http://schemas.microsoft.com/office/drawing/2014/main" id="{7F39A547-BEFC-01AF-F557-93FA6911C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1300" y="4528895"/>
            <a:ext cx="0" cy="719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8">
                <a:extLst>
                  <a:ext uri="{FF2B5EF4-FFF2-40B4-BE49-F238E27FC236}">
                    <a16:creationId xmlns:a16="http://schemas.microsoft.com/office/drawing/2014/main" id="{D9D36ED2-47C6-2561-A1A9-ADBD9C7AF271}"/>
                  </a:ext>
                </a:extLst>
              </p:cNvPr>
              <p:cNvSpPr txBox="1"/>
              <p:nvPr/>
            </p:nvSpPr>
            <p:spPr bwMode="auto">
              <a:xfrm>
                <a:off x="8852690" y="4601125"/>
                <a:ext cx="1371600" cy="734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≠0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8">
                <a:extLst>
                  <a:ext uri="{FF2B5EF4-FFF2-40B4-BE49-F238E27FC236}">
                    <a16:creationId xmlns:a16="http://schemas.microsoft.com/office/drawing/2014/main" id="{D9D36ED2-47C6-2561-A1A9-ADBD9C7AF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52690" y="4601125"/>
                <a:ext cx="1371600" cy="7343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1">
                <a:extLst>
                  <a:ext uri="{FF2B5EF4-FFF2-40B4-BE49-F238E27FC236}">
                    <a16:creationId xmlns:a16="http://schemas.microsoft.com/office/drawing/2014/main" id="{07171F83-7600-B57F-478C-6AFDD71A440E}"/>
                  </a:ext>
                </a:extLst>
              </p:cNvPr>
              <p:cNvSpPr txBox="1"/>
              <p:nvPr/>
            </p:nvSpPr>
            <p:spPr bwMode="auto">
              <a:xfrm>
                <a:off x="2043723" y="1210102"/>
                <a:ext cx="76862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设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为方程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所确定的隐函数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bject 31">
                <a:extLst>
                  <a:ext uri="{FF2B5EF4-FFF2-40B4-BE49-F238E27FC236}">
                    <a16:creationId xmlns:a16="http://schemas.microsoft.com/office/drawing/2014/main" id="{07171F83-7600-B57F-478C-6AFDD71A4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3723" y="1210102"/>
                <a:ext cx="7686225" cy="444500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6">
            <a:extLst>
              <a:ext uri="{FF2B5EF4-FFF2-40B4-BE49-F238E27FC236}">
                <a16:creationId xmlns:a16="http://schemas.microsoft.com/office/drawing/2014/main" id="{032A534C-CA8C-CA24-C299-C4184CDB5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8921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7">
                <a:extLst>
                  <a:ext uri="{FF2B5EF4-FFF2-40B4-BE49-F238E27FC236}">
                    <a16:creationId xmlns:a16="http://schemas.microsoft.com/office/drawing/2014/main" id="{9C09CC70-01BC-C61C-F8F9-90A336112BC5}"/>
                  </a:ext>
                </a:extLst>
              </p:cNvPr>
              <p:cNvSpPr txBox="1"/>
              <p:nvPr/>
            </p:nvSpPr>
            <p:spPr bwMode="auto">
              <a:xfrm>
                <a:off x="5877714" y="4576563"/>
                <a:ext cx="1546225" cy="734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7">
                <a:extLst>
                  <a:ext uri="{FF2B5EF4-FFF2-40B4-BE49-F238E27FC236}">
                    <a16:creationId xmlns:a16="http://schemas.microsoft.com/office/drawing/2014/main" id="{9C09CC70-01BC-C61C-F8F9-90A33611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7714" y="4576563"/>
                <a:ext cx="1546225" cy="7343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5">
            <a:extLst>
              <a:ext uri="{FF2B5EF4-FFF2-40B4-BE49-F238E27FC236}">
                <a16:creationId xmlns:a16="http://schemas.microsoft.com/office/drawing/2014/main" id="{68A07D1B-64C0-0673-A6AF-08878D97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2302" y="4589219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的某邻域内</a:t>
            </a: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4C22853B-ECD0-78E8-CDD1-C0974F642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0101" y="1189806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1">
                <a:extLst>
                  <a:ext uri="{FF2B5EF4-FFF2-40B4-BE49-F238E27FC236}">
                    <a16:creationId xmlns:a16="http://schemas.microsoft.com/office/drawing/2014/main" id="{263C4B1C-9C94-AB96-C9F6-328A6DB55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700" y="487331"/>
                <a:ext cx="6553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定理证明从略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  <m:r>
                      <a:rPr kumimoji="1" lang="en-US" altLang="zh-CN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 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仅就求导公式推导如下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b="1" dirty="0">
                        <a:solidFill>
                          <a:srgbClr val="04926A"/>
                        </a:solidFill>
                        <a:latin typeface="黑体"/>
                        <a:ea typeface="黑体"/>
                        <a:cs typeface="+mn-ea"/>
                      </a:rPr>
                      <m:t>:</m:t>
                    </m:r>
                  </m:oMath>
                </a14:m>
                <a:endParaRPr kumimoji="1" lang="zh-CN" altLang="en-US" sz="2800" b="1" dirty="0">
                  <a:solidFill>
                    <a:srgbClr val="04926A"/>
                  </a:solidFill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4" name="Text Box 21">
                <a:extLst>
                  <a:ext uri="{FF2B5EF4-FFF2-40B4-BE49-F238E27FC236}">
                    <a16:creationId xmlns:a16="http://schemas.microsoft.com/office/drawing/2014/main" id="{263C4B1C-9C94-AB96-C9F6-328A6DB55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4700" y="487331"/>
                <a:ext cx="6553200" cy="519113"/>
              </a:xfrm>
              <a:prstGeom prst="rect">
                <a:avLst/>
              </a:prstGeom>
              <a:blipFill>
                <a:blip r:embed="rId10"/>
                <a:stretch>
                  <a:fillRect l="-1860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0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 build="p" autoUpdateAnimBg="0"/>
      <p:bldP spid="1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>
            <a:extLst>
              <a:ext uri="{FF2B5EF4-FFF2-40B4-BE49-F238E27FC236}">
                <a16:creationId xmlns:a16="http://schemas.microsoft.com/office/drawing/2014/main" id="{D2C90318-0929-0F10-3E6C-C8CBCCBF1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4432" y="2553322"/>
            <a:ext cx="1066800" cy="2489201"/>
          </a:xfrm>
          <a:prstGeom prst="rect">
            <a:avLst/>
          </a:prstGeom>
          <a:solidFill>
            <a:srgbClr val="04926A">
              <a:alpha val="20000"/>
            </a:srgbClr>
          </a:solidFill>
          <a:ln w="1905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1392C719-FD8D-7E6C-308F-47EE13F95840}"/>
                  </a:ext>
                </a:extLst>
              </p:cNvPr>
              <p:cNvSpPr txBox="1"/>
              <p:nvPr/>
            </p:nvSpPr>
            <p:spPr bwMode="auto">
              <a:xfrm>
                <a:off x="1707913" y="2371328"/>
                <a:ext cx="1271955" cy="1289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1392C719-FD8D-7E6C-308F-47EE13F95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7913" y="2371328"/>
                <a:ext cx="1271955" cy="1289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6DAAF21-4257-BAB9-A572-FE856CF49F9C}"/>
                  </a:ext>
                </a:extLst>
              </p:cNvPr>
              <p:cNvSpPr txBox="1"/>
              <p:nvPr/>
            </p:nvSpPr>
            <p:spPr bwMode="auto">
              <a:xfrm>
                <a:off x="2373215" y="3646954"/>
                <a:ext cx="3440356" cy="10974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6DAAF21-4257-BAB9-A572-FE856CF49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3215" y="3646954"/>
                <a:ext cx="3440356" cy="1097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9">
                <a:extLst>
                  <a:ext uri="{FF2B5EF4-FFF2-40B4-BE49-F238E27FC236}">
                    <a16:creationId xmlns:a16="http://schemas.microsoft.com/office/drawing/2014/main" id="{0D199DC8-387D-4839-C11F-011C1E8CBAF6}"/>
                  </a:ext>
                </a:extLst>
              </p:cNvPr>
              <p:cNvSpPr txBox="1"/>
              <p:nvPr/>
            </p:nvSpPr>
            <p:spPr bwMode="auto">
              <a:xfrm>
                <a:off x="2373216" y="4876157"/>
                <a:ext cx="5393169" cy="12731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−2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9">
                <a:extLst>
                  <a:ext uri="{FF2B5EF4-FFF2-40B4-BE49-F238E27FC236}">
                    <a16:creationId xmlns:a16="http://schemas.microsoft.com/office/drawing/2014/main" id="{0D199DC8-387D-4839-C11F-011C1E8C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3216" y="4876157"/>
                <a:ext cx="5393169" cy="1273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7FB07D7-DE10-81B1-D3A3-840A3213712E}"/>
                  </a:ext>
                </a:extLst>
              </p:cNvPr>
              <p:cNvSpPr txBox="1"/>
              <p:nvPr/>
            </p:nvSpPr>
            <p:spPr bwMode="auto">
              <a:xfrm>
                <a:off x="9340570" y="2578383"/>
                <a:ext cx="7366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7FB07D7-DE10-81B1-D3A3-840A32137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40570" y="2578383"/>
                <a:ext cx="736600" cy="1003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8">
                <a:extLst>
                  <a:ext uri="{FF2B5EF4-FFF2-40B4-BE49-F238E27FC236}">
                    <a16:creationId xmlns:a16="http://schemas.microsoft.com/office/drawing/2014/main" id="{7B473F4B-08CE-3330-2679-C03FF6ECF8C1}"/>
                  </a:ext>
                </a:extLst>
              </p:cNvPr>
              <p:cNvSpPr txBox="1"/>
              <p:nvPr/>
            </p:nvSpPr>
            <p:spPr bwMode="auto">
              <a:xfrm>
                <a:off x="4264504" y="2416173"/>
                <a:ext cx="2051092" cy="120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8">
                <a:extLst>
                  <a:ext uri="{FF2B5EF4-FFF2-40B4-BE49-F238E27FC236}">
                    <a16:creationId xmlns:a16="http://schemas.microsoft.com/office/drawing/2014/main" id="{7B473F4B-08CE-3330-2679-C03FF6ECF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4504" y="2416173"/>
                <a:ext cx="2051092" cy="1205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9">
                <a:extLst>
                  <a:ext uri="{FF2B5EF4-FFF2-40B4-BE49-F238E27FC236}">
                    <a16:creationId xmlns:a16="http://schemas.microsoft.com/office/drawing/2014/main" id="{C57FCF7A-8078-8D57-A877-BBAACF898F5B}"/>
                  </a:ext>
                </a:extLst>
              </p:cNvPr>
              <p:cNvSpPr txBox="1"/>
              <p:nvPr/>
            </p:nvSpPr>
            <p:spPr bwMode="auto">
              <a:xfrm>
                <a:off x="5234359" y="3621786"/>
                <a:ext cx="3885974" cy="11230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9">
                <a:extLst>
                  <a:ext uri="{FF2B5EF4-FFF2-40B4-BE49-F238E27FC236}">
                    <a16:creationId xmlns:a16="http://schemas.microsoft.com/office/drawing/2014/main" id="{C57FCF7A-8078-8D57-A877-BBAACF89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4359" y="3621786"/>
                <a:ext cx="3885974" cy="11230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0">
            <a:extLst>
              <a:ext uri="{FF2B5EF4-FFF2-40B4-BE49-F238E27FC236}">
                <a16:creationId xmlns:a16="http://schemas.microsoft.com/office/drawing/2014/main" id="{647AC86C-4DA0-D367-99CE-56B9A18461E7}"/>
              </a:ext>
            </a:extLst>
          </p:cNvPr>
          <p:cNvSpPr txBox="1">
            <a:spLocks noChangeArrowheads="1"/>
          </p:cNvSpPr>
          <p:nvPr/>
        </p:nvSpPr>
        <p:spPr>
          <a:xfrm>
            <a:off x="1707913" y="1675096"/>
            <a:ext cx="25146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二阶导数</a:t>
            </a: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3">
                <a:extLst>
                  <a:ext uri="{FF2B5EF4-FFF2-40B4-BE49-F238E27FC236}">
                    <a16:creationId xmlns:a16="http://schemas.microsoft.com/office/drawing/2014/main" id="{779E3675-657B-2BDB-0773-D1309DA0950E}"/>
                  </a:ext>
                </a:extLst>
              </p:cNvPr>
              <p:cNvSpPr txBox="1"/>
              <p:nvPr/>
            </p:nvSpPr>
            <p:spPr bwMode="auto">
              <a:xfrm>
                <a:off x="2719928" y="2417138"/>
                <a:ext cx="1883263" cy="12432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3">
                <a:extLst>
                  <a:ext uri="{FF2B5EF4-FFF2-40B4-BE49-F238E27FC236}">
                    <a16:creationId xmlns:a16="http://schemas.microsoft.com/office/drawing/2014/main" id="{779E3675-657B-2BDB-0773-D1309DA09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9928" y="2417138"/>
                <a:ext cx="1883263" cy="1243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46">
            <a:extLst>
              <a:ext uri="{FF2B5EF4-FFF2-40B4-BE49-F238E27FC236}">
                <a16:creationId xmlns:a16="http://schemas.microsoft.com/office/drawing/2014/main" id="{2F128978-8E44-A92E-D190-EC9F2B33412E}"/>
              </a:ext>
            </a:extLst>
          </p:cNvPr>
          <p:cNvGrpSpPr>
            <a:grpSpLocks/>
          </p:cNvGrpSpPr>
          <p:nvPr/>
        </p:nvGrpSpPr>
        <p:grpSpPr bwMode="auto">
          <a:xfrm>
            <a:off x="9484089" y="3540352"/>
            <a:ext cx="647485" cy="311166"/>
            <a:chOff x="5040" y="1056"/>
            <a:chExt cx="340" cy="126"/>
          </a:xfrm>
        </p:grpSpPr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260A4D2E-2C51-EC6E-78E6-F65301934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" y="1056"/>
              <a:ext cx="170" cy="126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3" name="Line 28">
              <a:extLst>
                <a:ext uri="{FF2B5EF4-FFF2-40B4-BE49-F238E27FC236}">
                  <a16:creationId xmlns:a16="http://schemas.microsoft.com/office/drawing/2014/main" id="{C8BD67A5-FD76-076C-0D03-D276CA245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" y="1056"/>
              <a:ext cx="170" cy="126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14" name="Group 47">
            <a:extLst>
              <a:ext uri="{FF2B5EF4-FFF2-40B4-BE49-F238E27FC236}">
                <a16:creationId xmlns:a16="http://schemas.microsoft.com/office/drawing/2014/main" id="{BDA3236A-EBD7-A1A1-CF6C-5BE08B58FE29}"/>
              </a:ext>
            </a:extLst>
          </p:cNvPr>
          <p:cNvGrpSpPr>
            <a:grpSpLocks/>
          </p:cNvGrpSpPr>
          <p:nvPr/>
        </p:nvGrpSpPr>
        <p:grpSpPr bwMode="auto">
          <a:xfrm>
            <a:off x="9299553" y="3719982"/>
            <a:ext cx="1011242" cy="431803"/>
            <a:chOff x="4955" y="1120"/>
            <a:chExt cx="637" cy="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30">
                  <a:extLst>
                    <a:ext uri="{FF2B5EF4-FFF2-40B4-BE49-F238E27FC236}">
                      <a16:creationId xmlns:a16="http://schemas.microsoft.com/office/drawing/2014/main" id="{5CD75598-DE5F-51E9-7EEC-7368C8BDB201}"/>
                    </a:ext>
                  </a:extLst>
                </p:cNvPr>
                <p:cNvSpPr txBox="1"/>
                <p:nvPr/>
              </p:nvSpPr>
              <p:spPr bwMode="auto">
                <a:xfrm>
                  <a:off x="4955" y="1127"/>
                  <a:ext cx="345" cy="2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5" name="Object 30">
                  <a:extLst>
                    <a:ext uri="{FF2B5EF4-FFF2-40B4-BE49-F238E27FC236}">
                      <a16:creationId xmlns:a16="http://schemas.microsoft.com/office/drawing/2014/main" id="{5CD75598-DE5F-51E9-7EEC-7368C8BDB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55" y="1127"/>
                  <a:ext cx="345" cy="2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31">
                  <a:extLst>
                    <a:ext uri="{FF2B5EF4-FFF2-40B4-BE49-F238E27FC236}">
                      <a16:creationId xmlns:a16="http://schemas.microsoft.com/office/drawing/2014/main" id="{89F7EB7F-DBB4-2F04-15E6-20C18DEE5B8A}"/>
                    </a:ext>
                  </a:extLst>
                </p:cNvPr>
                <p:cNvSpPr txBox="1"/>
                <p:nvPr/>
              </p:nvSpPr>
              <p:spPr bwMode="auto">
                <a:xfrm>
                  <a:off x="5354" y="1120"/>
                  <a:ext cx="238" cy="2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6" name="Object 31">
                  <a:extLst>
                    <a:ext uri="{FF2B5EF4-FFF2-40B4-BE49-F238E27FC236}">
                      <a16:creationId xmlns:a16="http://schemas.microsoft.com/office/drawing/2014/main" id="{89F7EB7F-DBB4-2F04-15E6-20C18DEE5B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54" y="1120"/>
                  <a:ext cx="238" cy="265"/>
                </a:xfrm>
                <a:prstGeom prst="rect">
                  <a:avLst/>
                </a:prstGeom>
                <a:blipFill>
                  <a:blip r:embed="rId11"/>
                  <a:stretch>
                    <a:fillRect b="-1304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Line 32">
            <a:extLst>
              <a:ext uri="{FF2B5EF4-FFF2-40B4-BE49-F238E27FC236}">
                <a16:creationId xmlns:a16="http://schemas.microsoft.com/office/drawing/2014/main" id="{16F7B70D-D5E5-7693-F5F1-4A8C77829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35526" y="4256463"/>
            <a:ext cx="0" cy="381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3">
                <a:extLst>
                  <a:ext uri="{FF2B5EF4-FFF2-40B4-BE49-F238E27FC236}">
                    <a16:creationId xmlns:a16="http://schemas.microsoft.com/office/drawing/2014/main" id="{83D94E19-08BF-248F-6797-BC8C41629B3B}"/>
                  </a:ext>
                </a:extLst>
              </p:cNvPr>
              <p:cNvSpPr txBox="1"/>
              <p:nvPr/>
            </p:nvSpPr>
            <p:spPr bwMode="auto">
              <a:xfrm>
                <a:off x="9945668" y="4507686"/>
                <a:ext cx="296826" cy="4206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33">
                <a:extLst>
                  <a:ext uri="{FF2B5EF4-FFF2-40B4-BE49-F238E27FC236}">
                    <a16:creationId xmlns:a16="http://schemas.microsoft.com/office/drawing/2014/main" id="{83D94E19-08BF-248F-6797-BC8C41629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45668" y="4507686"/>
                <a:ext cx="296826" cy="4206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5">
                <a:extLst>
                  <a:ext uri="{FF2B5EF4-FFF2-40B4-BE49-F238E27FC236}">
                    <a16:creationId xmlns:a16="http://schemas.microsoft.com/office/drawing/2014/main" id="{FBE50CBE-E932-297B-E4E6-64E5FC4D045F}"/>
                  </a:ext>
                </a:extLst>
              </p:cNvPr>
              <p:cNvSpPr txBox="1"/>
              <p:nvPr/>
            </p:nvSpPr>
            <p:spPr bwMode="auto">
              <a:xfrm>
                <a:off x="6184458" y="2451091"/>
                <a:ext cx="570473" cy="11230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5">
                <a:extLst>
                  <a:ext uri="{FF2B5EF4-FFF2-40B4-BE49-F238E27FC236}">
                    <a16:creationId xmlns:a16="http://schemas.microsoft.com/office/drawing/2014/main" id="{FBE50CBE-E932-297B-E4E6-64E5FC4D0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4458" y="2451091"/>
                <a:ext cx="570473" cy="11230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37">
            <a:extLst>
              <a:ext uri="{FF2B5EF4-FFF2-40B4-BE49-F238E27FC236}">
                <a16:creationId xmlns:a16="http://schemas.microsoft.com/office/drawing/2014/main" id="{3FB67A59-B8DF-33F9-3D63-DD880678F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62" y="911225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则还有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1">
                <a:extLst>
                  <a:ext uri="{FF2B5EF4-FFF2-40B4-BE49-F238E27FC236}">
                    <a16:creationId xmlns:a16="http://schemas.microsoft.com/office/drawing/2014/main" id="{78CAF538-73A9-A216-19BC-6EFEE172F402}"/>
                  </a:ext>
                </a:extLst>
              </p:cNvPr>
              <p:cNvSpPr txBox="1"/>
              <p:nvPr/>
            </p:nvSpPr>
            <p:spPr>
              <a:xfrm>
                <a:off x="1695450" y="911225"/>
                <a:ext cx="5406390" cy="5191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若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的二阶偏导数也都连续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1" name="对象 1">
                <a:extLst>
                  <a:ext uri="{FF2B5EF4-FFF2-40B4-BE49-F238E27FC236}">
                    <a16:creationId xmlns:a16="http://schemas.microsoft.com/office/drawing/2014/main" id="{78CAF538-73A9-A216-19BC-6EFEE172F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450" y="911225"/>
                <a:ext cx="5406390" cy="5191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6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6" grpId="0"/>
      <p:bldP spid="8" grpId="0"/>
      <p:bldP spid="9" grpId="0" autoUpdateAnimBg="0"/>
      <p:bldP spid="18" grpId="0"/>
      <p:bldP spid="20" grpId="0" build="p" autoUpdateAnimBg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E45E6A3-E94B-51AD-84CB-96C99189233B}"/>
              </a:ext>
            </a:extLst>
          </p:cNvPr>
          <p:cNvSpPr txBox="1">
            <a:spLocks noChangeArrowheads="1"/>
          </p:cNvSpPr>
          <p:nvPr/>
        </p:nvSpPr>
        <p:spPr>
          <a:xfrm>
            <a:off x="1764152" y="713142"/>
            <a:ext cx="2743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  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验证方程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416A554F-38ED-11CE-A5D5-32B0F4FE71CA}"/>
                  </a:ext>
                </a:extLst>
              </p:cNvPr>
              <p:cNvSpPr txBox="1"/>
              <p:nvPr/>
            </p:nvSpPr>
            <p:spPr bwMode="auto">
              <a:xfrm>
                <a:off x="4043527" y="757972"/>
                <a:ext cx="3904725" cy="6476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−1=0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416A554F-38ED-11CE-A5D5-32B0F4FE7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3527" y="757972"/>
                <a:ext cx="3904725" cy="6476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8075C3BE-0006-4F1C-7D25-51DD68763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9895" y="7528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在点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(0,0)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某邻域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10FD066-B5E2-5259-CAAC-A48A72400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8914" y="1374830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可确定一个单值可导隐函数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D831D697-3F31-6DFD-2AB0-6F7D1D10950B}"/>
                  </a:ext>
                </a:extLst>
              </p:cNvPr>
              <p:cNvSpPr txBox="1"/>
              <p:nvPr/>
            </p:nvSpPr>
            <p:spPr bwMode="auto">
              <a:xfrm>
                <a:off x="6886479" y="1343500"/>
                <a:ext cx="1779586" cy="6158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D831D697-3F31-6DFD-2AB0-6F7D1D109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6479" y="1343500"/>
                <a:ext cx="1779586" cy="6158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7EFD3E83-D3F7-FFE8-601D-46302EC515CC}"/>
                  </a:ext>
                </a:extLst>
              </p:cNvPr>
              <p:cNvSpPr txBox="1"/>
              <p:nvPr/>
            </p:nvSpPr>
            <p:spPr bwMode="auto">
              <a:xfrm>
                <a:off x="3870656" y="1952609"/>
                <a:ext cx="3530269" cy="10124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7EFD3E83-D3F7-FFE8-601D-46302EC51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0656" y="1952609"/>
                <a:ext cx="3530269" cy="1012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AEF58A65-C6FF-385A-7DFA-14444EDE0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152" y="3047784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24A5421C-C1E9-B6F0-9321-DF8E208E1130}"/>
                  </a:ext>
                </a:extLst>
              </p:cNvPr>
              <p:cNvSpPr txBox="1"/>
              <p:nvPr/>
            </p:nvSpPr>
            <p:spPr bwMode="auto">
              <a:xfrm>
                <a:off x="2799131" y="3107721"/>
                <a:ext cx="4848938" cy="446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24A5421C-C1E9-B6F0-9321-DF8E208E1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9131" y="3107721"/>
                <a:ext cx="4848938" cy="446089"/>
              </a:xfrm>
              <a:prstGeom prst="rect">
                <a:avLst/>
              </a:prstGeom>
              <a:blipFill>
                <a:blip r:embed="rId7"/>
                <a:stretch>
                  <a:fillRect l="-126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717DBE6A-6123-1724-F74D-69F682C0EBF7}"/>
                  </a:ext>
                </a:extLst>
              </p:cNvPr>
              <p:cNvSpPr txBox="1"/>
              <p:nvPr/>
            </p:nvSpPr>
            <p:spPr bwMode="auto">
              <a:xfrm>
                <a:off x="2879442" y="4125333"/>
                <a:ext cx="1928768" cy="481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(0,0)=0,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717DBE6A-6123-1724-F74D-69F682C0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9442" y="4125333"/>
                <a:ext cx="1928768" cy="481013"/>
              </a:xfrm>
              <a:prstGeom prst="rect">
                <a:avLst/>
              </a:prstGeom>
              <a:blipFill>
                <a:blip r:embed="rId8"/>
                <a:stretch>
                  <a:fillRect l="-315"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F529222A-9451-B2DB-F1DB-5CB239FA289D}"/>
                  </a:ext>
                </a:extLst>
              </p:cNvPr>
              <p:cNvSpPr txBox="1"/>
              <p:nvPr/>
            </p:nvSpPr>
            <p:spPr bwMode="auto">
              <a:xfrm>
                <a:off x="2878137" y="3604262"/>
                <a:ext cx="2468563" cy="467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F529222A-9451-B2DB-F1DB-5CB239FA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137" y="3604262"/>
                <a:ext cx="2468563" cy="467186"/>
              </a:xfrm>
              <a:prstGeom prst="rect">
                <a:avLst/>
              </a:prstGeom>
              <a:blipFill>
                <a:blip r:embed="rId9"/>
                <a:stretch>
                  <a:fillRect l="-247"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C9838848-D6B7-1BCB-5959-9575940AA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2204" y="3596975"/>
                <a:ext cx="1524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连续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C9838848-D6B7-1BCB-5959-9575940AA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2204" y="3596975"/>
                <a:ext cx="1524000" cy="461665"/>
              </a:xfrm>
              <a:prstGeom prst="rect">
                <a:avLst/>
              </a:prstGeom>
              <a:blipFill>
                <a:blip r:embed="rId10"/>
                <a:stretch>
                  <a:fillRect l="-5200" t="-7895" b="-210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2CC54985-DC04-132B-708E-9E44B83F19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9677" y="5126359"/>
                <a:ext cx="187051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由定理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1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可知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24" name="Text Box 16">
                <a:extLst>
                  <a:ext uri="{FF2B5EF4-FFF2-40B4-BE49-F238E27FC236}">
                    <a16:creationId xmlns:a16="http://schemas.microsoft.com/office/drawing/2014/main" id="{2CC54985-DC04-132B-708E-9E44B83F1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677" y="5126359"/>
                <a:ext cx="1870512" cy="430887"/>
              </a:xfrm>
              <a:prstGeom prst="rect">
                <a:avLst/>
              </a:prstGeom>
              <a:blipFill>
                <a:blip r:embed="rId11"/>
                <a:stretch>
                  <a:fillRect l="-4235" t="-14085" b="-267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5">
                <a:extLst>
                  <a:ext uri="{FF2B5EF4-FFF2-40B4-BE49-F238E27FC236}">
                    <a16:creationId xmlns:a16="http://schemas.microsoft.com/office/drawing/2014/main" id="{22BCFE1F-F6C4-B660-25A5-AD09DF0E9D98}"/>
                  </a:ext>
                </a:extLst>
              </p:cNvPr>
              <p:cNvSpPr txBox="1"/>
              <p:nvPr/>
            </p:nvSpPr>
            <p:spPr bwMode="auto">
              <a:xfrm>
                <a:off x="2878137" y="4629427"/>
                <a:ext cx="1689100" cy="509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(0,0)=1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15">
                <a:extLst>
                  <a:ext uri="{FF2B5EF4-FFF2-40B4-BE49-F238E27FC236}">
                    <a16:creationId xmlns:a16="http://schemas.microsoft.com/office/drawing/2014/main" id="{22BCFE1F-F6C4-B660-25A5-AD09DF0E9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137" y="4629427"/>
                <a:ext cx="1689100" cy="509587"/>
              </a:xfrm>
              <a:prstGeom prst="rect">
                <a:avLst/>
              </a:prstGeom>
              <a:blipFill>
                <a:blip r:embed="rId12"/>
                <a:stretch>
                  <a:fillRect l="-3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EBF97B83-17FD-B24D-A3D4-C9F8E90D9743}"/>
                  </a:ext>
                </a:extLst>
              </p:cNvPr>
              <p:cNvSpPr txBox="1"/>
              <p:nvPr/>
            </p:nvSpPr>
            <p:spPr bwMode="auto">
              <a:xfrm>
                <a:off x="4273506" y="4618627"/>
                <a:ext cx="823009" cy="490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≠0.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EBF97B83-17FD-B24D-A3D4-C9F8E90D9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3506" y="4618627"/>
                <a:ext cx="823009" cy="4901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30">
            <a:extLst>
              <a:ext uri="{FF2B5EF4-FFF2-40B4-BE49-F238E27FC236}">
                <a16:creationId xmlns:a16="http://schemas.microsoft.com/office/drawing/2014/main" id="{CE5E9048-62A4-E304-7B35-DC6066E1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306" y="3619522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4D153C33-7355-55A6-B9B1-A78AC3672F28}"/>
                  </a:ext>
                </a:extLst>
              </p:cNvPr>
              <p:cNvSpPr txBox="1"/>
              <p:nvPr/>
            </p:nvSpPr>
            <p:spPr bwMode="auto">
              <a:xfrm>
                <a:off x="3959209" y="5584989"/>
                <a:ext cx="1387492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7">
                <a:extLst>
                  <a:ext uri="{FF2B5EF4-FFF2-40B4-BE49-F238E27FC236}">
                    <a16:creationId xmlns:a16="http://schemas.microsoft.com/office/drawing/2014/main" id="{4D153C33-7355-55A6-B9B1-A78AC3672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9209" y="5584989"/>
                <a:ext cx="1387492" cy="419100"/>
              </a:xfrm>
              <a:prstGeom prst="rect">
                <a:avLst/>
              </a:prstGeom>
              <a:blipFill>
                <a:blip r:embed="rId14"/>
                <a:stretch>
                  <a:fillRect l="-439" b="-217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35">
            <a:extLst>
              <a:ext uri="{FF2B5EF4-FFF2-40B4-BE49-F238E27FC236}">
                <a16:creationId xmlns:a16="http://schemas.microsoft.com/office/drawing/2014/main" id="{141950D1-8F5A-02C1-EF05-60CF14B7A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77" y="5591622"/>
            <a:ext cx="2209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导的隐函数 </a:t>
            </a:r>
          </a:p>
        </p:txBody>
      </p:sp>
      <p:sp>
        <p:nvSpPr>
          <p:cNvPr id="30" name="Text Box 39">
            <a:extLst>
              <a:ext uri="{FF2B5EF4-FFF2-40B4-BE49-F238E27FC236}">
                <a16:creationId xmlns:a16="http://schemas.microsoft.com/office/drawing/2014/main" id="{7336FB9F-9C58-05FD-DFCE-883A66AC0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733" y="3128581"/>
            <a:ext cx="50615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DE394C22-CDCB-173D-3001-A4883263E587}"/>
                  </a:ext>
                </a:extLst>
              </p:cNvPr>
              <p:cNvSpPr txBox="1"/>
              <p:nvPr/>
            </p:nvSpPr>
            <p:spPr bwMode="auto">
              <a:xfrm>
                <a:off x="4330189" y="3612803"/>
                <a:ext cx="2344069" cy="670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DE394C22-CDCB-173D-3001-A4883263E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0189" y="3612803"/>
                <a:ext cx="2344069" cy="6704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43">
            <a:extLst>
              <a:ext uri="{FF2B5EF4-FFF2-40B4-BE49-F238E27FC236}">
                <a16:creationId xmlns:a16="http://schemas.microsoft.com/office/drawing/2014/main" id="{040989E1-6150-B8ED-2BB3-63AD6E0A0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306" y="4129196"/>
            <a:ext cx="99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  <p:sp>
        <p:nvSpPr>
          <p:cNvPr id="33" name="Text Box 44">
            <a:extLst>
              <a:ext uri="{FF2B5EF4-FFF2-40B4-BE49-F238E27FC236}">
                <a16:creationId xmlns:a16="http://schemas.microsoft.com/office/drawing/2014/main" id="{8C5A9FE9-106D-8BA1-87C2-62F23A9EA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5677" y="4623537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48">
                <a:extLst>
                  <a:ext uri="{FF2B5EF4-FFF2-40B4-BE49-F238E27FC236}">
                    <a16:creationId xmlns:a16="http://schemas.microsoft.com/office/drawing/2014/main" id="{343081C1-D195-77E2-4CDC-657249B1CB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2418" y="5116242"/>
                <a:ext cx="473719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点</m:t>
                    </m:r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的某邻域内方程存在单值可</a:t>
                </a:r>
              </a:p>
            </p:txBody>
          </p:sp>
        </mc:Choice>
        <mc:Fallback xmlns="">
          <p:sp>
            <p:nvSpPr>
              <p:cNvPr id="34" name="Text Box 48">
                <a:extLst>
                  <a:ext uri="{FF2B5EF4-FFF2-40B4-BE49-F238E27FC236}">
                    <a16:creationId xmlns:a16="http://schemas.microsoft.com/office/drawing/2014/main" id="{343081C1-D195-77E2-4CDC-657249B1C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2418" y="5116242"/>
                <a:ext cx="4737194" cy="430887"/>
              </a:xfrm>
              <a:prstGeom prst="rect">
                <a:avLst/>
              </a:prstGeom>
              <a:blipFill>
                <a:blip r:embed="rId16"/>
                <a:stretch>
                  <a:fillRect l="-1673" t="-12676" r="-772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49">
            <a:extLst>
              <a:ext uri="{FF2B5EF4-FFF2-40B4-BE49-F238E27FC236}">
                <a16:creationId xmlns:a16="http://schemas.microsoft.com/office/drawing/2014/main" id="{E82E044D-3B82-E48E-618C-66220EAA9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295" y="5584989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且</a:t>
            </a:r>
          </a:p>
        </p:txBody>
      </p:sp>
      <p:sp>
        <p:nvSpPr>
          <p:cNvPr id="36" name="Text Box 57">
            <a:extLst>
              <a:ext uri="{FF2B5EF4-FFF2-40B4-BE49-F238E27FC236}">
                <a16:creationId xmlns:a16="http://schemas.microsoft.com/office/drawing/2014/main" id="{AB3544E5-2924-D3A1-B20E-AC186AB5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2965" y="1357672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并求</a:t>
            </a:r>
          </a:p>
        </p:txBody>
      </p:sp>
    </p:spTree>
    <p:extLst>
      <p:ext uri="{BB962C8B-B14F-4D97-AF65-F5344CB8AC3E}">
        <p14:creationId xmlns:p14="http://schemas.microsoft.com/office/powerpoint/2010/main" val="293706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 build="p" autoUpdateAnimBg="0"/>
      <p:bldP spid="25" grpId="0"/>
      <p:bldP spid="26" grpId="0"/>
      <p:bldP spid="27" grpId="0"/>
      <p:bldP spid="28" grpId="0"/>
      <p:bldP spid="29" grpId="0"/>
      <p:bldP spid="30" grpId="0" build="p" autoUpdateAnimBg="0"/>
      <p:bldP spid="31" grpId="0"/>
      <p:bldP spid="32" grpId="0"/>
      <p:bldP spid="33" grpId="0"/>
      <p:bldP spid="34" grpId="0" build="p" autoUpdateAnimBg="0"/>
      <p:bldP spid="35" grpId="0" build="p" autoUpdateAnimBg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73CC5756-9FDF-BF8B-3BFF-5EBA76AA2590}"/>
                  </a:ext>
                </a:extLst>
              </p:cNvPr>
              <p:cNvSpPr txBox="1"/>
              <p:nvPr/>
            </p:nvSpPr>
            <p:spPr bwMode="auto">
              <a:xfrm>
                <a:off x="4885720" y="1100798"/>
                <a:ext cx="2246313" cy="874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</m:t>
                          </m:r>
                          <m:r>
                            <m:rPr>
                              <m:nor/>
                            </m:rP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73CC5756-9FDF-BF8B-3BFF-5EBA76AA2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5720" y="1100798"/>
                <a:ext cx="2246313" cy="874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F033C90B-8497-2DBB-9E18-37EDB7BA7CD8}"/>
                  </a:ext>
                </a:extLst>
              </p:cNvPr>
              <p:cNvSpPr txBox="1"/>
              <p:nvPr/>
            </p:nvSpPr>
            <p:spPr bwMode="auto">
              <a:xfrm>
                <a:off x="7750813" y="1140381"/>
                <a:ext cx="941492" cy="468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24">
                <a:extLst>
                  <a:ext uri="{FF2B5EF4-FFF2-40B4-BE49-F238E27FC236}">
                    <a16:creationId xmlns:a16="http://schemas.microsoft.com/office/drawing/2014/main" id="{F033C90B-8497-2DBB-9E18-37EDB7BA7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0813" y="1140381"/>
                <a:ext cx="941492" cy="468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7">
                <a:extLst>
                  <a:ext uri="{FF2B5EF4-FFF2-40B4-BE49-F238E27FC236}">
                    <a16:creationId xmlns:a16="http://schemas.microsoft.com/office/drawing/2014/main" id="{4268AA91-7DDE-0381-930D-E2B931963FB6}"/>
                  </a:ext>
                </a:extLst>
              </p:cNvPr>
              <p:cNvSpPr txBox="1"/>
              <p:nvPr/>
            </p:nvSpPr>
            <p:spPr bwMode="auto">
              <a:xfrm>
                <a:off x="5457081" y="1293960"/>
                <a:ext cx="1619324" cy="6294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27">
                <a:extLst>
                  <a:ext uri="{FF2B5EF4-FFF2-40B4-BE49-F238E27FC236}">
                    <a16:creationId xmlns:a16="http://schemas.microsoft.com/office/drawing/2014/main" id="{4268AA91-7DDE-0381-930D-E2B931963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7081" y="1293960"/>
                <a:ext cx="1619324" cy="6294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8">
                <a:extLst>
                  <a:ext uri="{FF2B5EF4-FFF2-40B4-BE49-F238E27FC236}">
                    <a16:creationId xmlns:a16="http://schemas.microsoft.com/office/drawing/2014/main" id="{5F3FBF28-5BAA-4F3F-F518-14C4CCE36272}"/>
                  </a:ext>
                </a:extLst>
              </p:cNvPr>
              <p:cNvSpPr txBox="1"/>
              <p:nvPr/>
            </p:nvSpPr>
            <p:spPr bwMode="auto">
              <a:xfrm>
                <a:off x="5614316" y="894201"/>
                <a:ext cx="1462089" cy="531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28">
                <a:extLst>
                  <a:ext uri="{FF2B5EF4-FFF2-40B4-BE49-F238E27FC236}">
                    <a16:creationId xmlns:a16="http://schemas.microsoft.com/office/drawing/2014/main" id="{5F3FBF28-5BAA-4F3F-F518-14C4CCE36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4316" y="894201"/>
                <a:ext cx="1462089" cy="5318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40">
                <a:extLst>
                  <a:ext uri="{FF2B5EF4-FFF2-40B4-BE49-F238E27FC236}">
                    <a16:creationId xmlns:a16="http://schemas.microsoft.com/office/drawing/2014/main" id="{7CC8F23C-F583-927D-D98E-6A6D86D8F3A7}"/>
                  </a:ext>
                </a:extLst>
              </p:cNvPr>
              <p:cNvSpPr txBox="1"/>
              <p:nvPr/>
            </p:nvSpPr>
            <p:spPr bwMode="auto">
              <a:xfrm>
                <a:off x="2152161" y="1989967"/>
                <a:ext cx="1524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40">
                <a:extLst>
                  <a:ext uri="{FF2B5EF4-FFF2-40B4-BE49-F238E27FC236}">
                    <a16:creationId xmlns:a16="http://schemas.microsoft.com/office/drawing/2014/main" id="{7CC8F23C-F583-927D-D98E-6A6D86D8F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161" y="1989967"/>
                <a:ext cx="1524000" cy="1054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41">
                <a:extLst>
                  <a:ext uri="{FF2B5EF4-FFF2-40B4-BE49-F238E27FC236}">
                    <a16:creationId xmlns:a16="http://schemas.microsoft.com/office/drawing/2014/main" id="{68AF2E4A-9DAA-330D-05CA-2CFB8BB0CC7C}"/>
                  </a:ext>
                </a:extLst>
              </p:cNvPr>
              <p:cNvSpPr txBox="1"/>
              <p:nvPr/>
            </p:nvSpPr>
            <p:spPr bwMode="auto">
              <a:xfrm>
                <a:off x="2152161" y="3128602"/>
                <a:ext cx="2809408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2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sz="2200" i="1" dirty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b="0" i="0" dirty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kumimoji="1" lang="en-US" altLang="zh-CN" sz="2200" b="0" i="1" dirty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kumimoji="1" lang="en-US" altLang="zh-CN" sz="2200" b="0" i="0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en-US" altLang="zh-CN" sz="22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en-US" altLang="zh-CN" sz="2200" b="0" i="0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  <m:r>
                                <a:rPr kumimoji="1" lang="en-US" altLang="zh-CN" sz="22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200" b="0" i="0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en-US" altLang="zh-CN" sz="22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41">
                <a:extLst>
                  <a:ext uri="{FF2B5EF4-FFF2-40B4-BE49-F238E27FC236}">
                    <a16:creationId xmlns:a16="http://schemas.microsoft.com/office/drawing/2014/main" id="{68AF2E4A-9DAA-330D-05CA-2CFB8BB0C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161" y="3128602"/>
                <a:ext cx="2809408" cy="1054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2">
                <a:extLst>
                  <a:ext uri="{FF2B5EF4-FFF2-40B4-BE49-F238E27FC236}">
                    <a16:creationId xmlns:a16="http://schemas.microsoft.com/office/drawing/2014/main" id="{B627CEAC-AD28-5C5F-62D7-C1B8E000D964}"/>
                  </a:ext>
                </a:extLst>
              </p:cNvPr>
              <p:cNvSpPr txBox="1"/>
              <p:nvPr/>
            </p:nvSpPr>
            <p:spPr bwMode="auto">
              <a:xfrm>
                <a:off x="2166833" y="4626618"/>
                <a:ext cx="7248525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       </m:t>
                          </m:r>
                          <m:r>
                            <m:rPr>
                              <m:nor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                                                     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42">
                <a:extLst>
                  <a:ext uri="{FF2B5EF4-FFF2-40B4-BE49-F238E27FC236}">
                    <a16:creationId xmlns:a16="http://schemas.microsoft.com/office/drawing/2014/main" id="{B627CEAC-AD28-5C5F-62D7-C1B8E000D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6833" y="4626618"/>
                <a:ext cx="7248525" cy="965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3">
                <a:extLst>
                  <a:ext uri="{FF2B5EF4-FFF2-40B4-BE49-F238E27FC236}">
                    <a16:creationId xmlns:a16="http://schemas.microsoft.com/office/drawing/2014/main" id="{85360C51-5216-123C-0F15-C3F0C8C5253D}"/>
                  </a:ext>
                </a:extLst>
              </p:cNvPr>
              <p:cNvSpPr txBox="1"/>
              <p:nvPr/>
            </p:nvSpPr>
            <p:spPr bwMode="auto">
              <a:xfrm>
                <a:off x="2160953" y="5535876"/>
                <a:ext cx="911121" cy="436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=−3.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43">
                <a:extLst>
                  <a:ext uri="{FF2B5EF4-FFF2-40B4-BE49-F238E27FC236}">
                    <a16:creationId xmlns:a16="http://schemas.microsoft.com/office/drawing/2014/main" id="{85360C51-5216-123C-0F15-C3F0C8C52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0953" y="5535876"/>
                <a:ext cx="911121" cy="4365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44">
                <a:extLst>
                  <a:ext uri="{FF2B5EF4-FFF2-40B4-BE49-F238E27FC236}">
                    <a16:creationId xmlns:a16="http://schemas.microsoft.com/office/drawing/2014/main" id="{C713448D-F00D-C291-DCC5-E463D275D3FE}"/>
                  </a:ext>
                </a:extLst>
              </p:cNvPr>
              <p:cNvSpPr txBox="1"/>
              <p:nvPr/>
            </p:nvSpPr>
            <p:spPr bwMode="auto">
              <a:xfrm>
                <a:off x="8939122" y="4567065"/>
                <a:ext cx="1382290" cy="11717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44">
                <a:extLst>
                  <a:ext uri="{FF2B5EF4-FFF2-40B4-BE49-F238E27FC236}">
                    <a16:creationId xmlns:a16="http://schemas.microsoft.com/office/drawing/2014/main" id="{C713448D-F00D-C291-DCC5-E463D275D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9122" y="4567065"/>
                <a:ext cx="1382290" cy="1171747"/>
              </a:xfrm>
              <a:prstGeom prst="rect">
                <a:avLst/>
              </a:prstGeom>
              <a:blipFill>
                <a:blip r:embed="rId12"/>
                <a:stretch>
                  <a:fillRect l="-4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45">
                <a:extLst>
                  <a:ext uri="{FF2B5EF4-FFF2-40B4-BE49-F238E27FC236}">
                    <a16:creationId xmlns:a16="http://schemas.microsoft.com/office/drawing/2014/main" id="{AED09229-3D26-B5F9-F149-1E2E7CC53C67}"/>
                  </a:ext>
                </a:extLst>
              </p:cNvPr>
              <p:cNvSpPr txBox="1"/>
              <p:nvPr/>
            </p:nvSpPr>
            <p:spPr bwMode="auto">
              <a:xfrm>
                <a:off x="2800403" y="4384279"/>
                <a:ext cx="13081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8" name="Object 45">
                <a:extLst>
                  <a:ext uri="{FF2B5EF4-FFF2-40B4-BE49-F238E27FC236}">
                    <a16:creationId xmlns:a16="http://schemas.microsoft.com/office/drawing/2014/main" id="{AED09229-3D26-B5F9-F149-1E2E7CC53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0403" y="4384279"/>
                <a:ext cx="1308100" cy="520700"/>
              </a:xfrm>
              <a:prstGeom prst="rect">
                <a:avLst/>
              </a:prstGeom>
              <a:blipFill>
                <a:blip r:embed="rId13"/>
                <a:stretch>
                  <a:fillRect l="-2791" r="-13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6">
                <a:extLst>
                  <a:ext uri="{FF2B5EF4-FFF2-40B4-BE49-F238E27FC236}">
                    <a16:creationId xmlns:a16="http://schemas.microsoft.com/office/drawing/2014/main" id="{E6C5E72D-8BB6-A3D7-062B-CF2DC3B3C9D2}"/>
                  </a:ext>
                </a:extLst>
              </p:cNvPr>
              <p:cNvSpPr txBox="1"/>
              <p:nvPr/>
            </p:nvSpPr>
            <p:spPr bwMode="auto">
              <a:xfrm>
                <a:off x="3934246" y="4386202"/>
                <a:ext cx="1687408" cy="49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9" name="Object 46">
                <a:extLst>
                  <a:ext uri="{FF2B5EF4-FFF2-40B4-BE49-F238E27FC236}">
                    <a16:creationId xmlns:a16="http://schemas.microsoft.com/office/drawing/2014/main" id="{E6C5E72D-8BB6-A3D7-062B-CF2DC3B3C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4246" y="4386202"/>
                <a:ext cx="1687408" cy="499270"/>
              </a:xfrm>
              <a:prstGeom prst="rect">
                <a:avLst/>
              </a:prstGeom>
              <a:blipFill>
                <a:blip r:embed="rId14"/>
                <a:stretch>
                  <a:fillRect l="-2166"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7">
                <a:extLst>
                  <a:ext uri="{FF2B5EF4-FFF2-40B4-BE49-F238E27FC236}">
                    <a16:creationId xmlns:a16="http://schemas.microsoft.com/office/drawing/2014/main" id="{A7825234-B7E2-DFF5-F44D-5FFEF20A76EB}"/>
                  </a:ext>
                </a:extLst>
              </p:cNvPr>
              <p:cNvSpPr txBox="1"/>
              <p:nvPr/>
            </p:nvSpPr>
            <p:spPr bwMode="auto">
              <a:xfrm>
                <a:off x="5282877" y="4385012"/>
                <a:ext cx="1603902" cy="658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−(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2" name="Object 47">
                <a:extLst>
                  <a:ext uri="{FF2B5EF4-FFF2-40B4-BE49-F238E27FC236}">
                    <a16:creationId xmlns:a16="http://schemas.microsoft.com/office/drawing/2014/main" id="{A7825234-B7E2-DFF5-F44D-5FFEF20A7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2877" y="4385012"/>
                <a:ext cx="1603902" cy="6580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48">
                <a:extLst>
                  <a:ext uri="{FF2B5EF4-FFF2-40B4-BE49-F238E27FC236}">
                    <a16:creationId xmlns:a16="http://schemas.microsoft.com/office/drawing/2014/main" id="{5FBA086C-DF31-0613-1DD4-82B50CC936D6}"/>
                  </a:ext>
                </a:extLst>
              </p:cNvPr>
              <p:cNvSpPr txBox="1"/>
              <p:nvPr/>
            </p:nvSpPr>
            <p:spPr bwMode="auto">
              <a:xfrm>
                <a:off x="6524629" y="4383044"/>
                <a:ext cx="2345331" cy="468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(−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3" name="Object 48">
                <a:extLst>
                  <a:ext uri="{FF2B5EF4-FFF2-40B4-BE49-F238E27FC236}">
                    <a16:creationId xmlns:a16="http://schemas.microsoft.com/office/drawing/2014/main" id="{5FBA086C-DF31-0613-1DD4-82B50CC93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629" y="4383044"/>
                <a:ext cx="2345331" cy="468312"/>
              </a:xfrm>
              <a:prstGeom prst="rect">
                <a:avLst/>
              </a:prstGeom>
              <a:blipFill>
                <a:blip r:embed="rId16"/>
                <a:stretch>
                  <a:fillRect l="-1558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ine 49">
            <a:extLst>
              <a:ext uri="{FF2B5EF4-FFF2-40B4-BE49-F238E27FC236}">
                <a16:creationId xmlns:a16="http://schemas.microsoft.com/office/drawing/2014/main" id="{8A70FB6F-2E02-A853-1677-9BDF82B6D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69960" y="4170364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0">
                <a:extLst>
                  <a:ext uri="{FF2B5EF4-FFF2-40B4-BE49-F238E27FC236}">
                    <a16:creationId xmlns:a16="http://schemas.microsoft.com/office/drawing/2014/main" id="{D1B91468-6EFB-C6AF-FB88-51DCACF88D8A}"/>
                  </a:ext>
                </a:extLst>
              </p:cNvPr>
              <p:cNvSpPr txBox="1"/>
              <p:nvPr/>
            </p:nvSpPr>
            <p:spPr bwMode="auto">
              <a:xfrm>
                <a:off x="2152161" y="834891"/>
                <a:ext cx="1524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0">
                <a:extLst>
                  <a:ext uri="{FF2B5EF4-FFF2-40B4-BE49-F238E27FC236}">
                    <a16:creationId xmlns:a16="http://schemas.microsoft.com/office/drawing/2014/main" id="{D1B91468-6EFB-C6AF-FB88-51DCACF88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2161" y="834891"/>
                <a:ext cx="1524000" cy="1054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0">
                <a:extLst>
                  <a:ext uri="{FF2B5EF4-FFF2-40B4-BE49-F238E27FC236}">
                    <a16:creationId xmlns:a16="http://schemas.microsoft.com/office/drawing/2014/main" id="{7EB6442A-BD75-00C5-BE21-03B5EE4EBE0A}"/>
                  </a:ext>
                </a:extLst>
              </p:cNvPr>
              <p:cNvSpPr txBox="1"/>
              <p:nvPr/>
            </p:nvSpPr>
            <p:spPr bwMode="auto">
              <a:xfrm>
                <a:off x="3390595" y="835348"/>
                <a:ext cx="1524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40">
                <a:extLst>
                  <a:ext uri="{FF2B5EF4-FFF2-40B4-BE49-F238E27FC236}">
                    <a16:creationId xmlns:a16="http://schemas.microsoft.com/office/drawing/2014/main" id="{7EB6442A-BD75-00C5-BE21-03B5EE4E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0595" y="835348"/>
                <a:ext cx="1524000" cy="10541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0">
                <a:extLst>
                  <a:ext uri="{FF2B5EF4-FFF2-40B4-BE49-F238E27FC236}">
                    <a16:creationId xmlns:a16="http://schemas.microsoft.com/office/drawing/2014/main" id="{7F189280-A580-9069-C365-A0946CCF96E5}"/>
                  </a:ext>
                </a:extLst>
              </p:cNvPr>
              <p:cNvSpPr txBox="1"/>
              <p:nvPr/>
            </p:nvSpPr>
            <p:spPr bwMode="auto">
              <a:xfrm>
                <a:off x="6749510" y="761693"/>
                <a:ext cx="1524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40">
                <a:extLst>
                  <a:ext uri="{FF2B5EF4-FFF2-40B4-BE49-F238E27FC236}">
                    <a16:creationId xmlns:a16="http://schemas.microsoft.com/office/drawing/2014/main" id="{7F189280-A580-9069-C365-A0946CCF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9510" y="761693"/>
                <a:ext cx="1524000" cy="1054100"/>
              </a:xfrm>
              <a:prstGeom prst="rect">
                <a:avLst/>
              </a:prstGeom>
              <a:blipFill>
                <a:blip r:embed="rId19"/>
                <a:stretch>
                  <a:fillRect b="-213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0">
                <a:extLst>
                  <a:ext uri="{FF2B5EF4-FFF2-40B4-BE49-F238E27FC236}">
                    <a16:creationId xmlns:a16="http://schemas.microsoft.com/office/drawing/2014/main" id="{2F3EB0D6-EABC-B687-1D67-A41A44F9BC68}"/>
                  </a:ext>
                </a:extLst>
              </p:cNvPr>
              <p:cNvSpPr txBox="1"/>
              <p:nvPr/>
            </p:nvSpPr>
            <p:spPr bwMode="auto">
              <a:xfrm>
                <a:off x="4412907" y="2910187"/>
                <a:ext cx="2807175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kumimoji="1" lang="en-US" altLang="zh-CN" sz="2200" b="0" i="1" smtClean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zh-CN" sz="2200" b="0" i="1" smtClean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sz="2200" b="0" i="1" smtClean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Cambria Math" panose="02040503050406030204" charset="0"/>
                                          </a:rPr>
                                          <m:t>=0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kumimoji="1" lang="zh-CN" altLang="en-US" sz="22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zh-CN" altLang="en-US" sz="22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kumimoji="1" lang="zh-CN" altLang="en-US" sz="2200" i="1">
                                                <a:solidFill>
                                                  <a:schemeClr val="tx1">
                                                    <a:lumMod val="95000"/>
                                                    <a:lumOff val="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kumimoji="1" lang="zh-CN" altLang="en-US" sz="22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=−</m:t>
                                        </m:r>
                                        <m:r>
                                          <a:rPr kumimoji="1" lang="en-US" altLang="zh-CN" sz="2200" b="0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e>
                                    </m:eqAr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40">
                <a:extLst>
                  <a:ext uri="{FF2B5EF4-FFF2-40B4-BE49-F238E27FC236}">
                    <a16:creationId xmlns:a16="http://schemas.microsoft.com/office/drawing/2014/main" id="{2F3EB0D6-EABC-B687-1D67-A41A44F9B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2907" y="2910187"/>
                <a:ext cx="2807175" cy="1054100"/>
              </a:xfrm>
              <a:prstGeom prst="rect">
                <a:avLst/>
              </a:prstGeom>
              <a:blipFill>
                <a:blip r:embed="rId20"/>
                <a:stretch>
                  <a:fillRect b="-50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9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7" grpId="0"/>
      <p:bldP spid="18" grpId="0"/>
      <p:bldP spid="19" grpId="0"/>
      <p:bldP spid="37" grpId="0"/>
      <p:bldP spid="38" grpId="0"/>
      <p:bldP spid="44" grpId="0" animBg="1"/>
      <p:bldP spid="4" grpId="0"/>
      <p:bldP spid="6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3">
            <a:extLst>
              <a:ext uri="{FF2B5EF4-FFF2-40B4-BE49-F238E27FC236}">
                <a16:creationId xmlns:a16="http://schemas.microsoft.com/office/drawing/2014/main" id="{240B9863-19D0-8248-94EC-9C9C792F3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794" y="1296234"/>
            <a:ext cx="2881311" cy="2590800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8F242004-A648-A021-0615-2B48562BA1ED}"/>
                  </a:ext>
                </a:extLst>
              </p:cNvPr>
              <p:cNvSpPr txBox="1"/>
              <p:nvPr/>
            </p:nvSpPr>
            <p:spPr bwMode="auto">
              <a:xfrm>
                <a:off x="7234194" y="1407359"/>
                <a:ext cx="121920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8F242004-A648-A021-0615-2B48562BA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4194" y="1407359"/>
                <a:ext cx="1219200" cy="901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76F2FE53-299B-5ED2-D79D-57F0C619240D}"/>
                  </a:ext>
                </a:extLst>
              </p:cNvPr>
              <p:cNvSpPr txBox="1"/>
              <p:nvPr/>
            </p:nvSpPr>
            <p:spPr bwMode="auto">
              <a:xfrm>
                <a:off x="3218203" y="5317767"/>
                <a:ext cx="2373313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=−3.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76F2FE53-299B-5ED2-D79D-57F0C6192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8203" y="5317767"/>
                <a:ext cx="2373313" cy="100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E837DB2A-C2B2-BA19-A995-5F4C5A126F1A}"/>
                  </a:ext>
                </a:extLst>
              </p:cNvPr>
              <p:cNvSpPr txBox="1"/>
              <p:nvPr/>
            </p:nvSpPr>
            <p:spPr bwMode="auto">
              <a:xfrm>
                <a:off x="2321420" y="1381583"/>
                <a:ext cx="4336556" cy="466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−1=0,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E837DB2A-C2B2-BA19-A995-5F4C5A12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420" y="1381583"/>
                <a:ext cx="4336556" cy="466005"/>
              </a:xfrm>
              <a:prstGeom prst="rect">
                <a:avLst/>
              </a:prstGeom>
              <a:blipFill>
                <a:blip r:embed="rId5"/>
                <a:stretch>
                  <a:fillRect l="-141" b="-105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6">
                <a:extLst>
                  <a:ext uri="{FF2B5EF4-FFF2-40B4-BE49-F238E27FC236}">
                    <a16:creationId xmlns:a16="http://schemas.microsoft.com/office/drawing/2014/main" id="{DB49A7E5-4B77-37F0-F725-3E2C618D5A58}"/>
                  </a:ext>
                </a:extLst>
              </p:cNvPr>
              <p:cNvSpPr txBox="1"/>
              <p:nvPr/>
            </p:nvSpPr>
            <p:spPr bwMode="auto">
              <a:xfrm>
                <a:off x="2321419" y="2608000"/>
                <a:ext cx="151606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26">
                <a:extLst>
                  <a:ext uri="{FF2B5EF4-FFF2-40B4-BE49-F238E27FC236}">
                    <a16:creationId xmlns:a16="http://schemas.microsoft.com/office/drawing/2014/main" id="{DB49A7E5-4B77-37F0-F725-3E2C618D5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419" y="2608000"/>
                <a:ext cx="1516063" cy="444500"/>
              </a:xfrm>
              <a:prstGeom prst="rect">
                <a:avLst/>
              </a:prstGeom>
              <a:blipFill>
                <a:blip r:embed="rId6"/>
                <a:stretch>
                  <a:fillRect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27">
            <a:extLst>
              <a:ext uri="{FF2B5EF4-FFF2-40B4-BE49-F238E27FC236}">
                <a16:creationId xmlns:a16="http://schemas.microsoft.com/office/drawing/2014/main" id="{104FA31A-4F07-A4B0-D5C3-17A44B5BD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1857375"/>
            <a:ext cx="0" cy="762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0">
                <a:extLst>
                  <a:ext uri="{FF2B5EF4-FFF2-40B4-BE49-F238E27FC236}">
                    <a16:creationId xmlns:a16="http://schemas.microsoft.com/office/drawing/2014/main" id="{E14251B3-C7CD-2869-69CE-B5EEE6642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0975" y="1966913"/>
                <a:ext cx="26670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两边对</a:t>
                </a:r>
                <a14:m>
                  <m:oMath xmlns:m="http://schemas.openxmlformats.org/officeDocument/2006/math">
                    <m:r>
                      <a:rPr kumimoji="1" lang="zh-CN" altLang="en-US" sz="22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</a:p>
            </p:txBody>
          </p:sp>
        </mc:Choice>
        <mc:Fallback xmlns="">
          <p:sp>
            <p:nvSpPr>
              <p:cNvPr id="8" name="Text Box 30">
                <a:extLst>
                  <a:ext uri="{FF2B5EF4-FFF2-40B4-BE49-F238E27FC236}">
                    <a16:creationId xmlns:a16="http://schemas.microsoft.com/office/drawing/2014/main" id="{E14251B3-C7CD-2869-69CE-B5EEE6642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0975" y="1966913"/>
                <a:ext cx="2667000" cy="430887"/>
              </a:xfrm>
              <a:prstGeom prst="rect">
                <a:avLst/>
              </a:prstGeom>
              <a:blipFill>
                <a:blip r:embed="rId7"/>
                <a:stretch>
                  <a:fillRect l="-2975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32">
            <a:extLst>
              <a:ext uri="{FF2B5EF4-FFF2-40B4-BE49-F238E27FC236}">
                <a16:creationId xmlns:a16="http://schemas.microsoft.com/office/drawing/2014/main" id="{DDC4B12F-6EF3-21E2-74F2-A97E49197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5" y="2830250"/>
            <a:ext cx="10668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EFB53ECF-6A81-1E4E-F0BC-E05FBCE1AF11}"/>
                  </a:ext>
                </a:extLst>
              </p:cNvPr>
              <p:cNvSpPr txBox="1"/>
              <p:nvPr/>
            </p:nvSpPr>
            <p:spPr bwMode="auto">
              <a:xfrm>
                <a:off x="7219907" y="3257711"/>
                <a:ext cx="876300" cy="4515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EFB53ECF-6A81-1E4E-F0BC-E05FBCE1A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9907" y="3257711"/>
                <a:ext cx="876300" cy="4515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ine 46">
            <a:extLst>
              <a:ext uri="{FF2B5EF4-FFF2-40B4-BE49-F238E27FC236}">
                <a16:creationId xmlns:a16="http://schemas.microsoft.com/office/drawing/2014/main" id="{2C6A08B1-B9A1-E008-B3E8-55029D482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3152775"/>
            <a:ext cx="0" cy="762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47">
                <a:extLst>
                  <a:ext uri="{FF2B5EF4-FFF2-40B4-BE49-F238E27FC236}">
                    <a16:creationId xmlns:a16="http://schemas.microsoft.com/office/drawing/2014/main" id="{1B47F354-4C72-130A-8BB5-1323EF4FF3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0975" y="3319463"/>
                <a:ext cx="3141664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两边再对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</a:p>
            </p:txBody>
          </p:sp>
        </mc:Choice>
        <mc:Fallback xmlns="">
          <p:sp>
            <p:nvSpPr>
              <p:cNvPr id="12" name="Text Box 47">
                <a:extLst>
                  <a:ext uri="{FF2B5EF4-FFF2-40B4-BE49-F238E27FC236}">
                    <a16:creationId xmlns:a16="http://schemas.microsoft.com/office/drawing/2014/main" id="{1B47F354-4C72-130A-8BB5-1323EF4FF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0975" y="3319463"/>
                <a:ext cx="3141664" cy="430887"/>
              </a:xfrm>
              <a:prstGeom prst="rect">
                <a:avLst/>
              </a:prstGeom>
              <a:blipFill>
                <a:blip r:embed="rId9"/>
                <a:stretch>
                  <a:fillRect l="-2524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8">
                <a:extLst>
                  <a:ext uri="{FF2B5EF4-FFF2-40B4-BE49-F238E27FC236}">
                    <a16:creationId xmlns:a16="http://schemas.microsoft.com/office/drawing/2014/main" id="{462242FB-760A-629D-4622-5AB1FACFB85D}"/>
                  </a:ext>
                </a:extLst>
              </p:cNvPr>
              <p:cNvSpPr txBox="1"/>
              <p:nvPr/>
            </p:nvSpPr>
            <p:spPr bwMode="auto">
              <a:xfrm>
                <a:off x="2321419" y="3958650"/>
                <a:ext cx="3541713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⋅(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48">
                <a:extLst>
                  <a:ext uri="{FF2B5EF4-FFF2-40B4-BE49-F238E27FC236}">
                    <a16:creationId xmlns:a16="http://schemas.microsoft.com/office/drawing/2014/main" id="{462242FB-760A-629D-4622-5AB1FACFB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419" y="3958650"/>
                <a:ext cx="3541713" cy="520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49">
            <a:extLst>
              <a:ext uri="{FF2B5EF4-FFF2-40B4-BE49-F238E27FC236}">
                <a16:creationId xmlns:a16="http://schemas.microsoft.com/office/drawing/2014/main" id="{D9800308-E553-8B69-7257-026D4D199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4485225"/>
            <a:ext cx="0" cy="7620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50">
                <a:extLst>
                  <a:ext uri="{FF2B5EF4-FFF2-40B4-BE49-F238E27FC236}">
                    <a16:creationId xmlns:a16="http://schemas.microsoft.com/office/drawing/2014/main" id="{2402F60D-374C-50B3-BDBD-53390CB0A3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90975" y="4594583"/>
                <a:ext cx="3879850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令</a:t>
                </a:r>
                <a14:m>
                  <m:oMath xmlns:m="http://schemas.openxmlformats.org/officeDocument/2006/math">
                    <m:r>
                      <a:rPr kumimoji="1" lang="en-US" altLang="zh-CN" sz="24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=</a:t>
                </a:r>
                <a14:m>
                  <m:oMath xmlns:m="http://schemas.openxmlformats.org/officeDocument/2006/math"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注意此时</a:t>
                </a:r>
              </a:p>
            </p:txBody>
          </p:sp>
        </mc:Choice>
        <mc:Fallback xmlns="">
          <p:sp>
            <p:nvSpPr>
              <p:cNvPr id="15" name="Text Box 50">
                <a:extLst>
                  <a:ext uri="{FF2B5EF4-FFF2-40B4-BE49-F238E27FC236}">
                    <a16:creationId xmlns:a16="http://schemas.microsoft.com/office/drawing/2014/main" id="{2402F60D-374C-50B3-BDBD-53390CB0A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0975" y="4594583"/>
                <a:ext cx="3879850" cy="453137"/>
              </a:xfrm>
              <a:prstGeom prst="rect">
                <a:avLst/>
              </a:prstGeom>
              <a:blipFill>
                <a:blip r:embed="rId11"/>
                <a:stretch>
                  <a:fillRect l="-2044" t="-9459" b="-256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1">
                <a:extLst>
                  <a:ext uri="{FF2B5EF4-FFF2-40B4-BE49-F238E27FC236}">
                    <a16:creationId xmlns:a16="http://schemas.microsoft.com/office/drawing/2014/main" id="{BA8EC720-714D-97CD-9BD6-F6A9C221080E}"/>
                  </a:ext>
                </a:extLst>
              </p:cNvPr>
              <p:cNvSpPr txBox="1"/>
              <p:nvPr/>
            </p:nvSpPr>
            <p:spPr bwMode="auto">
              <a:xfrm>
                <a:off x="6135688" y="4585705"/>
                <a:ext cx="2300471" cy="6413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51">
                <a:extLst>
                  <a:ext uri="{FF2B5EF4-FFF2-40B4-BE49-F238E27FC236}">
                    <a16:creationId xmlns:a16="http://schemas.microsoft.com/office/drawing/2014/main" id="{BA8EC720-714D-97CD-9BD6-F6A9C2210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5688" y="4585705"/>
                <a:ext cx="2300471" cy="641351"/>
              </a:xfrm>
              <a:prstGeom prst="rect">
                <a:avLst/>
              </a:prstGeom>
              <a:blipFill>
                <a:blip r:embed="rId12"/>
                <a:stretch>
                  <a:fillRect l="-5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6">
                <a:extLst>
                  <a:ext uri="{FF2B5EF4-FFF2-40B4-BE49-F238E27FC236}">
                    <a16:creationId xmlns:a16="http://schemas.microsoft.com/office/drawing/2014/main" id="{888AB620-E67C-F087-0896-DEF4344C8107}"/>
                  </a:ext>
                </a:extLst>
              </p:cNvPr>
              <p:cNvSpPr txBox="1"/>
              <p:nvPr/>
            </p:nvSpPr>
            <p:spPr bwMode="auto">
              <a:xfrm>
                <a:off x="5445619" y="3953550"/>
                <a:ext cx="3338513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″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56">
                <a:extLst>
                  <a:ext uri="{FF2B5EF4-FFF2-40B4-BE49-F238E27FC236}">
                    <a16:creationId xmlns:a16="http://schemas.microsoft.com/office/drawing/2014/main" id="{888AB620-E67C-F087-0896-DEF4344C8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5619" y="3953550"/>
                <a:ext cx="3338513" cy="508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7">
                <a:extLst>
                  <a:ext uri="{FF2B5EF4-FFF2-40B4-BE49-F238E27FC236}">
                    <a16:creationId xmlns:a16="http://schemas.microsoft.com/office/drawing/2014/main" id="{BC79CB00-E49B-8B86-BAEF-3A7BCDE070E3}"/>
                  </a:ext>
                </a:extLst>
              </p:cNvPr>
              <p:cNvSpPr txBox="1"/>
              <p:nvPr/>
            </p:nvSpPr>
            <p:spPr bwMode="auto">
              <a:xfrm>
                <a:off x="3425031" y="2608000"/>
                <a:ext cx="635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57">
                <a:extLst>
                  <a:ext uri="{FF2B5EF4-FFF2-40B4-BE49-F238E27FC236}">
                    <a16:creationId xmlns:a16="http://schemas.microsoft.com/office/drawing/2014/main" id="{BC79CB00-E49B-8B86-BAEF-3A7BCDE0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5031" y="2608000"/>
                <a:ext cx="635000" cy="4445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8">
                <a:extLst>
                  <a:ext uri="{FF2B5EF4-FFF2-40B4-BE49-F238E27FC236}">
                    <a16:creationId xmlns:a16="http://schemas.microsoft.com/office/drawing/2014/main" id="{C81F0DAD-FE9D-4F14-78C6-2AEC0F3E6A45}"/>
                  </a:ext>
                </a:extLst>
              </p:cNvPr>
              <p:cNvSpPr txBox="1"/>
              <p:nvPr/>
            </p:nvSpPr>
            <p:spPr bwMode="auto">
              <a:xfrm>
                <a:off x="3954462" y="2601517"/>
                <a:ext cx="769937" cy="4713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58">
                <a:extLst>
                  <a:ext uri="{FF2B5EF4-FFF2-40B4-BE49-F238E27FC236}">
                    <a16:creationId xmlns:a16="http://schemas.microsoft.com/office/drawing/2014/main" id="{C81F0DAD-FE9D-4F14-78C6-2AEC0F3E6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4462" y="2601517"/>
                <a:ext cx="769937" cy="471366"/>
              </a:xfrm>
              <a:prstGeom prst="rect">
                <a:avLst/>
              </a:prstGeom>
              <a:blipFill>
                <a:blip r:embed="rId15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9">
                <a:extLst>
                  <a:ext uri="{FF2B5EF4-FFF2-40B4-BE49-F238E27FC236}">
                    <a16:creationId xmlns:a16="http://schemas.microsoft.com/office/drawing/2014/main" id="{E1CE6610-0B72-55AC-2905-78F499AB6B94}"/>
                  </a:ext>
                </a:extLst>
              </p:cNvPr>
              <p:cNvSpPr txBox="1"/>
              <p:nvPr/>
            </p:nvSpPr>
            <p:spPr bwMode="auto">
              <a:xfrm>
                <a:off x="4382294" y="2603242"/>
                <a:ext cx="1503364" cy="539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59">
                <a:extLst>
                  <a:ext uri="{FF2B5EF4-FFF2-40B4-BE49-F238E27FC236}">
                    <a16:creationId xmlns:a16="http://schemas.microsoft.com/office/drawing/2014/main" id="{E1CE6610-0B72-55AC-2905-78F499AB6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2294" y="2603242"/>
                <a:ext cx="1503364" cy="5397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69">
            <a:extLst>
              <a:ext uri="{FF2B5EF4-FFF2-40B4-BE49-F238E27FC236}">
                <a16:creationId xmlns:a16="http://schemas.microsoft.com/office/drawing/2014/main" id="{E5D26A89-E27B-7D5D-A86E-BE77229AAEE4}"/>
              </a:ext>
            </a:extLst>
          </p:cNvPr>
          <p:cNvSpPr txBox="1">
            <a:spLocks noChangeArrowheads="1"/>
          </p:cNvSpPr>
          <p:nvPr/>
        </p:nvSpPr>
        <p:spPr>
          <a:xfrm>
            <a:off x="2321419" y="745332"/>
            <a:ext cx="2263281" cy="4308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200" b="1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导数的另一求法</a:t>
            </a:r>
          </a:p>
        </p:txBody>
      </p:sp>
      <p:sp>
        <p:nvSpPr>
          <p:cNvPr id="23" name="Text Box 70">
            <a:extLst>
              <a:ext uri="{FF2B5EF4-FFF2-40B4-BE49-F238E27FC236}">
                <a16:creationId xmlns:a16="http://schemas.microsoft.com/office/drawing/2014/main" id="{C38A86BF-010D-42AD-64FF-3A5342A52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036" y="717211"/>
            <a:ext cx="28648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—— </a:t>
            </a: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利用隐函数求导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0">
                <a:extLst>
                  <a:ext uri="{FF2B5EF4-FFF2-40B4-BE49-F238E27FC236}">
                    <a16:creationId xmlns:a16="http://schemas.microsoft.com/office/drawing/2014/main" id="{5BA458FF-0062-04CD-F074-EA045D4B021D}"/>
                  </a:ext>
                </a:extLst>
              </p:cNvPr>
              <p:cNvSpPr txBox="1"/>
              <p:nvPr/>
            </p:nvSpPr>
            <p:spPr bwMode="auto">
              <a:xfrm>
                <a:off x="7219907" y="2027809"/>
                <a:ext cx="2882897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1" lang="zh-CN" altLang="en-US" sz="220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  <m:e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  <m:r>
                                      <a:rPr kumimoji="1" lang="en-US" altLang="zh-CN" sz="2200" b="0" i="1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=0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40">
                <a:extLst>
                  <a:ext uri="{FF2B5EF4-FFF2-40B4-BE49-F238E27FC236}">
                    <a16:creationId xmlns:a16="http://schemas.microsoft.com/office/drawing/2014/main" id="{5BA458FF-0062-04CD-F074-EA045D4B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9907" y="2027809"/>
                <a:ext cx="2882897" cy="1054100"/>
              </a:xfrm>
              <a:prstGeom prst="rect">
                <a:avLst/>
              </a:prstGeom>
              <a:blipFill>
                <a:blip r:embed="rId17"/>
                <a:stretch>
                  <a:fillRect b="-213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67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22" grpId="0"/>
      <p:bldP spid="23" grpId="0" build="p" autoUpdateAnimBg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64FFE976-BF82-D604-A392-241810C2F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502" y="119452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若函数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B41CF256-CD39-7279-43DF-40118AA4F42A}"/>
                  </a:ext>
                </a:extLst>
              </p:cNvPr>
              <p:cNvSpPr txBox="1"/>
              <p:nvPr/>
            </p:nvSpPr>
            <p:spPr bwMode="auto">
              <a:xfrm>
                <a:off x="4287174" y="1782142"/>
                <a:ext cx="2127249" cy="706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B41CF256-CD39-7279-43DF-40118AA4F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7174" y="1782142"/>
                <a:ext cx="2127249" cy="70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60CA59F-743F-21D9-C522-FC5DD63325CE}"/>
                  </a:ext>
                </a:extLst>
              </p:cNvPr>
              <p:cNvSpPr txBox="1"/>
              <p:nvPr/>
            </p:nvSpPr>
            <p:spPr bwMode="auto">
              <a:xfrm>
                <a:off x="4142327" y="1176631"/>
                <a:ext cx="14097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60CA59F-743F-21D9-C522-FC5DD6332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2327" y="1176631"/>
                <a:ext cx="1409700" cy="406400"/>
              </a:xfrm>
              <a:prstGeom prst="rect">
                <a:avLst/>
              </a:prstGeom>
              <a:blipFill>
                <a:blip r:embed="rId4"/>
                <a:stretch>
                  <a:fillRect r="-1732"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1456866F-911B-A744-1FF0-F6256BF3A0BC}"/>
                  </a:ext>
                </a:extLst>
              </p:cNvPr>
              <p:cNvSpPr txBox="1"/>
              <p:nvPr/>
            </p:nvSpPr>
            <p:spPr bwMode="auto">
              <a:xfrm>
                <a:off x="3039766" y="5331472"/>
                <a:ext cx="3776959" cy="10788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1456866F-911B-A744-1FF0-F6256BF3A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9766" y="5331472"/>
                <a:ext cx="3776959" cy="10788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0">
                <a:extLst>
                  <a:ext uri="{FF2B5EF4-FFF2-40B4-BE49-F238E27FC236}">
                    <a16:creationId xmlns:a16="http://schemas.microsoft.com/office/drawing/2014/main" id="{6BBEBAFB-5F0F-E830-AF4F-524E14F9E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61627" y="1789287"/>
                <a:ext cx="48006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的某邻域内具有连续偏导数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Text Box 30">
                <a:extLst>
                  <a:ext uri="{FF2B5EF4-FFF2-40B4-BE49-F238E27FC236}">
                    <a16:creationId xmlns:a16="http://schemas.microsoft.com/office/drawing/2014/main" id="{6BBEBAFB-5F0F-E830-AF4F-524E14F9E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627" y="1789287"/>
                <a:ext cx="4800600" cy="519112"/>
              </a:xfrm>
              <a:prstGeom prst="rect">
                <a:avLst/>
              </a:prstGeom>
              <a:blipFill>
                <a:blip r:embed="rId6"/>
                <a:stretch>
                  <a:fillRect l="-2668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>
            <a:extLst>
              <a:ext uri="{FF2B5EF4-FFF2-40B4-BE49-F238E27FC236}">
                <a16:creationId xmlns:a16="http://schemas.microsoft.com/office/drawing/2014/main" id="{E6A866A4-FC5B-AC73-992F-69711861D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0854" y="3536126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46E0FFDF-2701-4F88-8658-1C668504C63A}"/>
                  </a:ext>
                </a:extLst>
              </p:cNvPr>
              <p:cNvSpPr txBox="1"/>
              <p:nvPr/>
            </p:nvSpPr>
            <p:spPr bwMode="auto">
              <a:xfrm>
                <a:off x="2750061" y="3551585"/>
                <a:ext cx="2550604" cy="5481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46E0FFDF-2701-4F88-8658-1C668504C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0061" y="3551585"/>
                <a:ext cx="2550604" cy="548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2">
            <a:extLst>
              <a:ext uri="{FF2B5EF4-FFF2-40B4-BE49-F238E27FC236}">
                <a16:creationId xmlns:a16="http://schemas.microsoft.com/office/drawing/2014/main" id="{37B93F95-1B24-CC70-FFD4-731C5D8A3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471" y="3537293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5">
                <a:extLst>
                  <a:ext uri="{FF2B5EF4-FFF2-40B4-BE49-F238E27FC236}">
                    <a16:creationId xmlns:a16="http://schemas.microsoft.com/office/drawing/2014/main" id="{A0E27FF8-2738-FDAD-5699-E53FA7E877B8}"/>
                  </a:ext>
                </a:extLst>
              </p:cNvPr>
              <p:cNvSpPr txBox="1"/>
              <p:nvPr/>
            </p:nvSpPr>
            <p:spPr bwMode="auto">
              <a:xfrm>
                <a:off x="5601779" y="3556004"/>
                <a:ext cx="1866902" cy="602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35">
                <a:extLst>
                  <a:ext uri="{FF2B5EF4-FFF2-40B4-BE49-F238E27FC236}">
                    <a16:creationId xmlns:a16="http://schemas.microsoft.com/office/drawing/2014/main" id="{A0E27FF8-2738-FDAD-5699-E53FA7E87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1779" y="3556004"/>
                <a:ext cx="1866902" cy="6026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5">
            <a:extLst>
              <a:ext uri="{FF2B5EF4-FFF2-40B4-BE49-F238E27FC236}">
                <a16:creationId xmlns:a16="http://schemas.microsoft.com/office/drawing/2014/main" id="{D684C282-C743-6F9A-80A0-5A6236049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577" y="4767968"/>
            <a:ext cx="291252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并有连续偏导数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A546CE27-0B75-9293-4937-DD566E124858}"/>
                  </a:ext>
                </a:extLst>
              </p:cNvPr>
              <p:cNvSpPr txBox="1"/>
              <p:nvPr/>
            </p:nvSpPr>
            <p:spPr bwMode="auto">
              <a:xfrm>
                <a:off x="7397625" y="4202139"/>
                <a:ext cx="2605596" cy="6762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A546CE27-0B75-9293-4937-DD566E124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7625" y="4202139"/>
                <a:ext cx="2605596" cy="6762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42">
                <a:extLst>
                  <a:ext uri="{FF2B5EF4-FFF2-40B4-BE49-F238E27FC236}">
                    <a16:creationId xmlns:a16="http://schemas.microsoft.com/office/drawing/2014/main" id="{259DDFF1-1C59-A0B8-1BBF-7CEF524F34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676" y="4200356"/>
                <a:ext cx="626012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定一个单值连续函数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=</a:t>
                </a:r>
                <a:r>
                  <a:rPr kumimoji="1" lang="en-US" altLang="zh-CN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,</a:t>
                </a:r>
                <a:r>
                  <a:rPr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)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14" name="Text Box 42">
                <a:extLst>
                  <a:ext uri="{FF2B5EF4-FFF2-40B4-BE49-F238E27FC236}">
                    <a16:creationId xmlns:a16="http://schemas.microsoft.com/office/drawing/2014/main" id="{259DDFF1-1C59-A0B8-1BBF-7CEF524F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676" y="4200356"/>
                <a:ext cx="6260122" cy="523220"/>
              </a:xfrm>
              <a:prstGeom prst="rect">
                <a:avLst/>
              </a:prstGeom>
              <a:blipFill>
                <a:blip r:embed="rId10"/>
                <a:stretch>
                  <a:fillRect l="-1947" t="-16279" b="-302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51">
            <a:extLst>
              <a:ext uri="{FF2B5EF4-FFF2-40B4-BE49-F238E27FC236}">
                <a16:creationId xmlns:a16="http://schemas.microsoft.com/office/drawing/2014/main" id="{128788B9-6861-822D-D89D-6C334DC89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7415" y="41800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满足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0B5E5D23-81E8-D4AF-5102-16C91F59FF91}"/>
                  </a:ext>
                </a:extLst>
              </p:cNvPr>
              <p:cNvSpPr txBox="1"/>
              <p:nvPr/>
            </p:nvSpPr>
            <p:spPr bwMode="auto">
              <a:xfrm>
                <a:off x="3570828" y="2348481"/>
                <a:ext cx="3030537" cy="7155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0B5E5D23-81E8-D4AF-5102-16C91F59F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0828" y="2348481"/>
                <a:ext cx="3030537" cy="7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4">
                <a:extLst>
                  <a:ext uri="{FF2B5EF4-FFF2-40B4-BE49-F238E27FC236}">
                    <a16:creationId xmlns:a16="http://schemas.microsoft.com/office/drawing/2014/main" id="{72B9B597-CA13-EAF2-E4D9-5419C67B5BC3}"/>
                  </a:ext>
                </a:extLst>
              </p:cNvPr>
              <p:cNvSpPr txBox="1"/>
              <p:nvPr/>
            </p:nvSpPr>
            <p:spPr bwMode="auto">
              <a:xfrm>
                <a:off x="3570828" y="2944810"/>
                <a:ext cx="2979740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)≠0.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54">
                <a:extLst>
                  <a:ext uri="{FF2B5EF4-FFF2-40B4-BE49-F238E27FC236}">
                    <a16:creationId xmlns:a16="http://schemas.microsoft.com/office/drawing/2014/main" id="{72B9B597-CA13-EAF2-E4D9-5419C67B5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0828" y="2944810"/>
                <a:ext cx="2979740" cy="6238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55">
            <a:extLst>
              <a:ext uri="{FF2B5EF4-FFF2-40B4-BE49-F238E27FC236}">
                <a16:creationId xmlns:a16="http://schemas.microsoft.com/office/drawing/2014/main" id="{F8932E4B-3C3C-046B-566C-5746552C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970" y="178466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 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在点</a:t>
            </a:r>
          </a:p>
        </p:txBody>
      </p:sp>
      <p:sp>
        <p:nvSpPr>
          <p:cNvPr id="19" name="Text Box 56">
            <a:extLst>
              <a:ext uri="{FF2B5EF4-FFF2-40B4-BE49-F238E27FC236}">
                <a16:creationId xmlns:a16="http://schemas.microsoft.com/office/drawing/2014/main" id="{C932BA04-E8F4-FA7C-215E-0225C8C23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989" y="1201669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满足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:</a:t>
            </a:r>
          </a:p>
        </p:txBody>
      </p:sp>
      <p:sp>
        <p:nvSpPr>
          <p:cNvPr id="20" name="Text Box 57">
            <a:extLst>
              <a:ext uri="{FF2B5EF4-FFF2-40B4-BE49-F238E27FC236}">
                <a16:creationId xmlns:a16="http://schemas.microsoft.com/office/drawing/2014/main" id="{0B0FE43A-43D2-0A91-B7CF-170CDAED0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971" y="236251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  <p:sp>
        <p:nvSpPr>
          <p:cNvPr id="21" name="Text Box 58">
            <a:extLst>
              <a:ext uri="{FF2B5EF4-FFF2-40B4-BE49-F238E27FC236}">
                <a16:creationId xmlns:a16="http://schemas.microsoft.com/office/drawing/2014/main" id="{09CB6445-7CA4-44D2-BFFB-5FB606223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971" y="297211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③</a:t>
            </a:r>
          </a:p>
        </p:txBody>
      </p:sp>
      <p:sp>
        <p:nvSpPr>
          <p:cNvPr id="22" name="Text Box 59">
            <a:extLst>
              <a:ext uri="{FF2B5EF4-FFF2-40B4-BE49-F238E27FC236}">
                <a16:creationId xmlns:a16="http://schemas.microsoft.com/office/drawing/2014/main" id="{54610A79-E4E9-BF58-1675-2BC4B1A2A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974" y="3544047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某一邻域内可唯一确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9F210C05-F36C-731D-8341-8A28CB2B896A}"/>
                  </a:ext>
                </a:extLst>
              </p:cNvPr>
              <p:cNvSpPr txBox="1"/>
              <p:nvPr/>
            </p:nvSpPr>
            <p:spPr>
              <a:xfrm>
                <a:off x="1590600" y="498495"/>
                <a:ext cx="7922854" cy="444500"/>
              </a:xfrm>
              <a:prstGeom prst="rect">
                <a:avLst/>
              </a:prstGeom>
              <a:ln w="28575">
                <a:noFill/>
                <a:prstDash val="dashDot"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2. 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=0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情形下的隐函数存在定理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9F210C05-F36C-731D-8341-8A28CB2B8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600" y="498495"/>
                <a:ext cx="7922854" cy="444500"/>
              </a:xfrm>
              <a:prstGeom prst="rect">
                <a:avLst/>
              </a:prstGeom>
              <a:blipFill>
                <a:blip r:embed="rId13"/>
                <a:stretch>
                  <a:fillRect b="-5479"/>
                </a:stretch>
              </a:blipFill>
              <a:ln w="28575">
                <a:noFill/>
                <a:prstDash val="dash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065CF50D-D467-A663-E398-C847D03DA592}"/>
              </a:ext>
            </a:extLst>
          </p:cNvPr>
          <p:cNvGrpSpPr/>
          <p:nvPr/>
        </p:nvGrpSpPr>
        <p:grpSpPr>
          <a:xfrm>
            <a:off x="1663287" y="1215812"/>
            <a:ext cx="1238885" cy="449580"/>
            <a:chOff x="1553" y="3802"/>
            <a:chExt cx="1951" cy="708"/>
          </a:xfrm>
        </p:grpSpPr>
        <p:sp>
          <p:nvSpPr>
            <p:cNvPr id="25" name="圆角矩形 3">
              <a:extLst>
                <a:ext uri="{FF2B5EF4-FFF2-40B4-BE49-F238E27FC236}">
                  <a16:creationId xmlns:a16="http://schemas.microsoft.com/office/drawing/2014/main" id="{AB5EC7FA-AA57-2A80-055C-FB76B577D379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8EBEC5A2-AC15-CABD-D6D6-0DB3FD82E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62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utoUpdateAnimBg="0"/>
      <p:bldP spid="13" grpId="0"/>
      <p:bldP spid="14" grpId="0" autoUpdateAnimBg="0"/>
      <p:bldP spid="15" grpId="0" autoUpdateAnimBg="0"/>
      <p:bldP spid="16" grpId="0"/>
      <p:bldP spid="17" grpId="0"/>
      <p:bldP spid="18" grpId="0"/>
      <p:bldP spid="19" grpId="0"/>
      <p:bldP spid="20" grpId="0"/>
      <p:bldP spid="21" grpId="0"/>
      <p:bldP spid="22" grpId="0" autoUpdateAnimBg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2">
                <a:extLst>
                  <a:ext uri="{FF2B5EF4-FFF2-40B4-BE49-F238E27FC236}">
                    <a16:creationId xmlns:a16="http://schemas.microsoft.com/office/drawing/2014/main" id="{ECC29CFD-1982-05FD-970B-A64F8C6CDA24}"/>
                  </a:ext>
                </a:extLst>
              </p:cNvPr>
              <p:cNvSpPr txBox="1"/>
              <p:nvPr/>
            </p:nvSpPr>
            <p:spPr bwMode="auto">
              <a:xfrm>
                <a:off x="2870934" y="1927712"/>
                <a:ext cx="3208093" cy="5518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) )≡0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2">
                <a:extLst>
                  <a:ext uri="{FF2B5EF4-FFF2-40B4-BE49-F238E27FC236}">
                    <a16:creationId xmlns:a16="http://schemas.microsoft.com/office/drawing/2014/main" id="{ECC29CFD-1982-05FD-970B-A64F8C6CD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0934" y="1927712"/>
                <a:ext cx="3208093" cy="5518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3">
                <a:extLst>
                  <a:ext uri="{FF2B5EF4-FFF2-40B4-BE49-F238E27FC236}">
                    <a16:creationId xmlns:a16="http://schemas.microsoft.com/office/drawing/2014/main" id="{A0B8B4A1-8133-FB4B-5F5B-65E29533F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5589" y="2613514"/>
                <a:ext cx="3048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两边对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求偏导</a:t>
                </a:r>
              </a:p>
            </p:txBody>
          </p:sp>
        </mc:Choice>
        <mc:Fallback xmlns="">
          <p:sp>
            <p:nvSpPr>
              <p:cNvPr id="3" name="Text Box 13">
                <a:extLst>
                  <a:ext uri="{FF2B5EF4-FFF2-40B4-BE49-F238E27FC236}">
                    <a16:creationId xmlns:a16="http://schemas.microsoft.com/office/drawing/2014/main" id="{A0B8B4A1-8133-FB4B-5F5B-65E29533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5589" y="2613514"/>
                <a:ext cx="3048000" cy="519113"/>
              </a:xfrm>
              <a:prstGeom prst="rect">
                <a:avLst/>
              </a:prstGeom>
              <a:blipFill>
                <a:blip r:embed="rId4"/>
                <a:stretch>
                  <a:fillRect l="-4000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14">
            <a:extLst>
              <a:ext uri="{FF2B5EF4-FFF2-40B4-BE49-F238E27FC236}">
                <a16:creationId xmlns:a16="http://schemas.microsoft.com/office/drawing/2014/main" id="{447C37BB-1B80-DBAC-E7FF-6DB58DAE0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229" y="2519788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5">
                <a:extLst>
                  <a:ext uri="{FF2B5EF4-FFF2-40B4-BE49-F238E27FC236}">
                    <a16:creationId xmlns:a16="http://schemas.microsoft.com/office/drawing/2014/main" id="{DF957667-2327-3A9D-5791-F76274C4E16F}"/>
                  </a:ext>
                </a:extLst>
              </p:cNvPr>
              <p:cNvSpPr txBox="1"/>
              <p:nvPr/>
            </p:nvSpPr>
            <p:spPr bwMode="auto">
              <a:xfrm>
                <a:off x="2870934" y="3473938"/>
                <a:ext cx="575773" cy="639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5">
                <a:extLst>
                  <a:ext uri="{FF2B5EF4-FFF2-40B4-BE49-F238E27FC236}">
                    <a16:creationId xmlns:a16="http://schemas.microsoft.com/office/drawing/2014/main" id="{DF957667-2327-3A9D-5791-F76274C4E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0934" y="3473938"/>
                <a:ext cx="575773" cy="6397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7AA6B7EF-3305-0097-279A-1832C65D6715}"/>
                  </a:ext>
                </a:extLst>
              </p:cNvPr>
              <p:cNvSpPr txBox="1"/>
              <p:nvPr/>
            </p:nvSpPr>
            <p:spPr bwMode="auto">
              <a:xfrm>
                <a:off x="2864889" y="5098504"/>
                <a:ext cx="1697037" cy="10451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7AA6B7EF-3305-0097-279A-1832C65D6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4889" y="5098504"/>
                <a:ext cx="1697037" cy="10451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17">
            <a:extLst>
              <a:ext uri="{FF2B5EF4-FFF2-40B4-BE49-F238E27FC236}">
                <a16:creationId xmlns:a16="http://schemas.microsoft.com/office/drawing/2014/main" id="{EFE97B30-CCC2-CC35-32D1-D3C2264F2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2229" y="4289913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7">
                <a:extLst>
                  <a:ext uri="{FF2B5EF4-FFF2-40B4-BE49-F238E27FC236}">
                    <a16:creationId xmlns:a16="http://schemas.microsoft.com/office/drawing/2014/main" id="{CC8BD27F-825E-0A2E-4D46-3441231B0BAF}"/>
                  </a:ext>
                </a:extLst>
              </p:cNvPr>
              <p:cNvSpPr txBox="1"/>
              <p:nvPr/>
            </p:nvSpPr>
            <p:spPr bwMode="auto">
              <a:xfrm>
                <a:off x="6086648" y="5098504"/>
                <a:ext cx="1869353" cy="10451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7">
                <a:extLst>
                  <a:ext uri="{FF2B5EF4-FFF2-40B4-BE49-F238E27FC236}">
                    <a16:creationId xmlns:a16="http://schemas.microsoft.com/office/drawing/2014/main" id="{CC8BD27F-825E-0A2E-4D46-3441231B0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6648" y="5098504"/>
                <a:ext cx="1869353" cy="10451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28">
            <a:extLst>
              <a:ext uri="{FF2B5EF4-FFF2-40B4-BE49-F238E27FC236}">
                <a16:creationId xmlns:a16="http://schemas.microsoft.com/office/drawing/2014/main" id="{B04EB516-7EE6-96D9-0542-7D2AED651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926" y="5325451"/>
            <a:ext cx="1697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同样可得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A683EE15-5214-04DB-A451-AE145A6A1BAF}"/>
                  </a:ext>
                </a:extLst>
              </p:cNvPr>
              <p:cNvSpPr txBox="1"/>
              <p:nvPr/>
            </p:nvSpPr>
            <p:spPr bwMode="auto">
              <a:xfrm>
                <a:off x="1900240" y="1287950"/>
                <a:ext cx="806291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设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是方程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所确定的隐函数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A683EE15-5214-04DB-A451-AE145A6A1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0240" y="1287950"/>
                <a:ext cx="8062910" cy="444500"/>
              </a:xfrm>
              <a:prstGeom prst="rect">
                <a:avLst/>
              </a:prstGeom>
              <a:blipFill>
                <a:blip r:embed="rId8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41">
            <a:extLst>
              <a:ext uri="{FF2B5EF4-FFF2-40B4-BE49-F238E27FC236}">
                <a16:creationId xmlns:a16="http://schemas.microsoft.com/office/drawing/2014/main" id="{A082EF64-5CB5-FC44-5DB2-BDBCBC6F8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7410" y="128795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2">
                <a:extLst>
                  <a:ext uri="{FF2B5EF4-FFF2-40B4-BE49-F238E27FC236}">
                    <a16:creationId xmlns:a16="http://schemas.microsoft.com/office/drawing/2014/main" id="{5408394A-8DA9-7CBD-82BE-8EB9E2B2B509}"/>
                  </a:ext>
                </a:extLst>
              </p:cNvPr>
              <p:cNvSpPr txBox="1"/>
              <p:nvPr/>
            </p:nvSpPr>
            <p:spPr bwMode="auto">
              <a:xfrm>
                <a:off x="3222564" y="3491401"/>
                <a:ext cx="660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42">
                <a:extLst>
                  <a:ext uri="{FF2B5EF4-FFF2-40B4-BE49-F238E27FC236}">
                    <a16:creationId xmlns:a16="http://schemas.microsoft.com/office/drawing/2014/main" id="{5408394A-8DA9-7CBD-82BE-8EB9E2B2B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2564" y="3491401"/>
                <a:ext cx="660400" cy="444500"/>
              </a:xfrm>
              <a:prstGeom prst="rect">
                <a:avLst/>
              </a:prstGeom>
              <a:blipFill>
                <a:blip r:embed="rId9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3">
                <a:extLst>
                  <a:ext uri="{FF2B5EF4-FFF2-40B4-BE49-F238E27FC236}">
                    <a16:creationId xmlns:a16="http://schemas.microsoft.com/office/drawing/2014/main" id="{974A31C3-1D6A-058D-73EB-1B287F15D0D5}"/>
                  </a:ext>
                </a:extLst>
              </p:cNvPr>
              <p:cNvSpPr txBox="1"/>
              <p:nvPr/>
            </p:nvSpPr>
            <p:spPr bwMode="auto">
              <a:xfrm>
                <a:off x="3915814" y="3266548"/>
                <a:ext cx="646112" cy="11028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43">
                <a:extLst>
                  <a:ext uri="{FF2B5EF4-FFF2-40B4-BE49-F238E27FC236}">
                    <a16:creationId xmlns:a16="http://schemas.microsoft.com/office/drawing/2014/main" id="{974A31C3-1D6A-058D-73EB-1B287F15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5814" y="3266548"/>
                <a:ext cx="646112" cy="11028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4">
                <a:extLst>
                  <a:ext uri="{FF2B5EF4-FFF2-40B4-BE49-F238E27FC236}">
                    <a16:creationId xmlns:a16="http://schemas.microsoft.com/office/drawing/2014/main" id="{227ECE0C-EC35-7DB6-A8E3-5AC51E9FC7EA}"/>
                  </a:ext>
                </a:extLst>
              </p:cNvPr>
              <p:cNvSpPr txBox="1"/>
              <p:nvPr/>
            </p:nvSpPr>
            <p:spPr bwMode="auto">
              <a:xfrm>
                <a:off x="4416669" y="3508197"/>
                <a:ext cx="713278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≡0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4">
                <a:extLst>
                  <a:ext uri="{FF2B5EF4-FFF2-40B4-BE49-F238E27FC236}">
                    <a16:creationId xmlns:a16="http://schemas.microsoft.com/office/drawing/2014/main" id="{227ECE0C-EC35-7DB6-A8E3-5AC51E9FC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6669" y="3508197"/>
                <a:ext cx="713278" cy="5191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42FA9697-57E1-DBBC-A340-DF4E4E858FBB}"/>
                  </a:ext>
                </a:extLst>
              </p:cNvPr>
              <p:cNvSpPr txBox="1"/>
              <p:nvPr/>
            </p:nvSpPr>
            <p:spPr bwMode="auto">
              <a:xfrm>
                <a:off x="3975589" y="4366113"/>
                <a:ext cx="5330336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在</m:t>
                      </m:r>
                      <m:r>
                        <a:rPr kumimoji="1" lang="zh-CN" alt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的某邻域内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42FA9697-57E1-DBBC-A340-DF4E4E858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5589" y="4366113"/>
                <a:ext cx="5330336" cy="469900"/>
              </a:xfrm>
              <a:prstGeom prst="rect">
                <a:avLst/>
              </a:prstGeom>
              <a:blipFill>
                <a:blip r:embed="rId12"/>
                <a:stretch>
                  <a:fillRect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F6425123-E0FA-AA3A-E11C-D05C1D1282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0239" y="610087"/>
                <a:ext cx="6553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定理证明从略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 仅就求导公式推导如下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:</a:t>
                </a:r>
                <a:endParaRPr kumimoji="1" lang="zh-CN" altLang="en-US" sz="2800" b="1" dirty="0">
                  <a:solidFill>
                    <a:srgbClr val="04926A"/>
                  </a:solidFill>
                  <a:latin typeface="Cambria Math" panose="02040503050406030204" pitchFamily="18" charset="0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F6425123-E0FA-AA3A-E11C-D05C1D128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0239" y="610087"/>
                <a:ext cx="6553200" cy="519113"/>
              </a:xfrm>
              <a:prstGeom prst="rect">
                <a:avLst/>
              </a:prstGeom>
              <a:blipFill>
                <a:blip r:embed="rId13"/>
                <a:stretch>
                  <a:fillRect l="-1953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01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5" grpId="0"/>
      <p:bldP spid="6" grpId="0"/>
      <p:bldP spid="8" grpId="0"/>
      <p:bldP spid="9" grpId="0" autoUpdateAnimBg="0"/>
      <p:bldP spid="10" grpId="0"/>
      <p:bldP spid="11" grpId="0"/>
      <p:bldP spid="13" grpId="0"/>
      <p:bldP spid="15" grpId="0"/>
      <p:bldP spid="1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BDE945-8392-E209-DA92-F9DF53174FD8}"/>
              </a:ext>
            </a:extLst>
          </p:cNvPr>
          <p:cNvSpPr txBox="1">
            <a:spLocks noChangeArrowheads="1"/>
          </p:cNvSpPr>
          <p:nvPr/>
        </p:nvSpPr>
        <p:spPr>
          <a:xfrm>
            <a:off x="2836865" y="974725"/>
            <a:ext cx="1788318" cy="565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     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设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1E0E406-FABC-BA06-F485-1EBE6FEF604E}"/>
                  </a:ext>
                </a:extLst>
              </p:cNvPr>
              <p:cNvSpPr txBox="1"/>
              <p:nvPr/>
            </p:nvSpPr>
            <p:spPr bwMode="auto">
              <a:xfrm>
                <a:off x="4360918" y="970326"/>
                <a:ext cx="3800262" cy="523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−4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1E0E406-FABC-BA06-F485-1EBE6FEF6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0918" y="970326"/>
                <a:ext cx="3800262" cy="523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8">
            <a:extLst>
              <a:ext uri="{FF2B5EF4-FFF2-40B4-BE49-F238E27FC236}">
                <a16:creationId xmlns:a16="http://schemas.microsoft.com/office/drawing/2014/main" id="{3673C006-E8E1-A8A6-2162-983EF375A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094" y="1709997"/>
            <a:ext cx="3506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  </a:t>
            </a: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利用隐函数求导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5EA8A497-1545-C4BD-33D1-9750A742056B}"/>
                  </a:ext>
                </a:extLst>
              </p:cNvPr>
              <p:cNvSpPr txBox="1"/>
              <p:nvPr/>
            </p:nvSpPr>
            <p:spPr bwMode="auto">
              <a:xfrm>
                <a:off x="3977480" y="2261394"/>
                <a:ext cx="2897281" cy="8275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5EA8A497-1545-C4BD-33D1-9750A7420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480" y="2261394"/>
                <a:ext cx="2897281" cy="827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03914BFC-4E7B-9D83-59B0-11D14605DDB8}"/>
                  </a:ext>
                </a:extLst>
              </p:cNvPr>
              <p:cNvSpPr txBox="1"/>
              <p:nvPr/>
            </p:nvSpPr>
            <p:spPr bwMode="auto">
              <a:xfrm>
                <a:off x="3977480" y="5320414"/>
                <a:ext cx="2290762" cy="103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kumimoji="1" lang="en-US" altLang="zh-CN" sz="2200" b="0" i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</m:t>
                          </m:r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03914BFC-4E7B-9D83-59B0-11D14605D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480" y="5320414"/>
                <a:ext cx="2290762" cy="10394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E9F9DF7E-9023-84FF-65CD-AA7D4681B63D}"/>
                  </a:ext>
                </a:extLst>
              </p:cNvPr>
              <p:cNvSpPr txBox="1"/>
              <p:nvPr/>
            </p:nvSpPr>
            <p:spPr bwMode="auto">
              <a:xfrm>
                <a:off x="7570789" y="2260224"/>
                <a:ext cx="1663700" cy="8454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E9F9DF7E-9023-84FF-65CD-AA7D4681B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0789" y="2260224"/>
                <a:ext cx="1663700" cy="8454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0952D21E-5904-6F2F-B3F9-1ED07EBC5589}"/>
                  </a:ext>
                </a:extLst>
              </p:cNvPr>
              <p:cNvSpPr txBox="1"/>
              <p:nvPr/>
            </p:nvSpPr>
            <p:spPr bwMode="auto">
              <a:xfrm>
                <a:off x="3977480" y="4133987"/>
                <a:ext cx="647702" cy="6254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2+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0952D21E-5904-6F2F-B3F9-1ED07EBC5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480" y="4133987"/>
                <a:ext cx="647702" cy="625477"/>
              </a:xfrm>
              <a:prstGeom prst="rect">
                <a:avLst/>
              </a:prstGeom>
              <a:blipFill>
                <a:blip r:embed="rId8"/>
                <a:stretch>
                  <a:fillRect l="-9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ine 23">
            <a:extLst>
              <a:ext uri="{FF2B5EF4-FFF2-40B4-BE49-F238E27FC236}">
                <a16:creationId xmlns:a16="http://schemas.microsoft.com/office/drawing/2014/main" id="{1FC7B856-6C81-828F-4873-CE8A44EFB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753" y="2657475"/>
            <a:ext cx="6477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9">
                <a:extLst>
                  <a:ext uri="{FF2B5EF4-FFF2-40B4-BE49-F238E27FC236}">
                    <a16:creationId xmlns:a16="http://schemas.microsoft.com/office/drawing/2014/main" id="{93DA345F-B8A5-35E0-1DDF-09C446305818}"/>
                  </a:ext>
                </a:extLst>
              </p:cNvPr>
              <p:cNvSpPr txBox="1"/>
              <p:nvPr/>
            </p:nvSpPr>
            <p:spPr bwMode="auto">
              <a:xfrm>
                <a:off x="5436644" y="3924618"/>
                <a:ext cx="1320800" cy="9368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39">
                <a:extLst>
                  <a:ext uri="{FF2B5EF4-FFF2-40B4-BE49-F238E27FC236}">
                    <a16:creationId xmlns:a16="http://schemas.microsoft.com/office/drawing/2014/main" id="{93DA345F-B8A5-35E0-1DDF-09C446305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644" y="3924618"/>
                <a:ext cx="1320800" cy="9368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0">
                <a:extLst>
                  <a:ext uri="{FF2B5EF4-FFF2-40B4-BE49-F238E27FC236}">
                    <a16:creationId xmlns:a16="http://schemas.microsoft.com/office/drawing/2014/main" id="{0CD9DD68-5DB2-C141-120E-4E31A79F2B7B}"/>
                  </a:ext>
                </a:extLst>
              </p:cNvPr>
              <p:cNvSpPr txBox="1"/>
              <p:nvPr/>
            </p:nvSpPr>
            <p:spPr bwMode="auto">
              <a:xfrm>
                <a:off x="6516564" y="3926122"/>
                <a:ext cx="1663700" cy="9368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40">
                <a:extLst>
                  <a:ext uri="{FF2B5EF4-FFF2-40B4-BE49-F238E27FC236}">
                    <a16:creationId xmlns:a16="http://schemas.microsoft.com/office/drawing/2014/main" id="{0CD9DD68-5DB2-C141-120E-4E31A79F2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6564" y="3926122"/>
                <a:ext cx="1663700" cy="9368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41">
                <a:extLst>
                  <a:ext uri="{FF2B5EF4-FFF2-40B4-BE49-F238E27FC236}">
                    <a16:creationId xmlns:a16="http://schemas.microsoft.com/office/drawing/2014/main" id="{CA3F66E5-2EB9-9018-77FF-6AC1A2122078}"/>
                  </a:ext>
                </a:extLst>
              </p:cNvPr>
              <p:cNvSpPr txBox="1"/>
              <p:nvPr/>
            </p:nvSpPr>
            <p:spPr bwMode="auto">
              <a:xfrm>
                <a:off x="4839405" y="4834409"/>
                <a:ext cx="1494721" cy="9368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sSup>
                        <m:sSupPr>
                          <m:ctrlPr>
                            <a:rPr kumimoji="1" lang="en-US" altLang="zh-CN" sz="22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en-US" altLang="zh-CN" sz="22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41">
                <a:extLst>
                  <a:ext uri="{FF2B5EF4-FFF2-40B4-BE49-F238E27FC236}">
                    <a16:creationId xmlns:a16="http://schemas.microsoft.com/office/drawing/2014/main" id="{CA3F66E5-2EB9-9018-77FF-6AC1A2122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9405" y="4834409"/>
                <a:ext cx="1494721" cy="9368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2">
                <a:extLst>
                  <a:ext uri="{FF2B5EF4-FFF2-40B4-BE49-F238E27FC236}">
                    <a16:creationId xmlns:a16="http://schemas.microsoft.com/office/drawing/2014/main" id="{AFC90A2E-C285-9FD0-3CB2-C52BE5578213}"/>
                  </a:ext>
                </a:extLst>
              </p:cNvPr>
              <p:cNvSpPr txBox="1"/>
              <p:nvPr/>
            </p:nvSpPr>
            <p:spPr bwMode="auto">
              <a:xfrm>
                <a:off x="6135627" y="5320415"/>
                <a:ext cx="2203702" cy="8963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42">
                <a:extLst>
                  <a:ext uri="{FF2B5EF4-FFF2-40B4-BE49-F238E27FC236}">
                    <a16:creationId xmlns:a16="http://schemas.microsoft.com/office/drawing/2014/main" id="{AFC90A2E-C285-9FD0-3CB2-C52BE5578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5627" y="5320415"/>
                <a:ext cx="2203702" cy="8963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ine 45">
            <a:extLst>
              <a:ext uri="{FF2B5EF4-FFF2-40B4-BE49-F238E27FC236}">
                <a16:creationId xmlns:a16="http://schemas.microsoft.com/office/drawing/2014/main" id="{4EE4B53A-8479-CEFC-5989-96B9A8050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3124200"/>
            <a:ext cx="0" cy="73660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52">
                <a:extLst>
                  <a:ext uri="{FF2B5EF4-FFF2-40B4-BE49-F238E27FC236}">
                    <a16:creationId xmlns:a16="http://schemas.microsoft.com/office/drawing/2014/main" id="{2B2BE8BF-455F-223E-D95F-AE2FA3BCE08A}"/>
                  </a:ext>
                </a:extLst>
              </p:cNvPr>
              <p:cNvSpPr txBox="1"/>
              <p:nvPr/>
            </p:nvSpPr>
            <p:spPr bwMode="auto">
              <a:xfrm>
                <a:off x="7939144" y="708250"/>
                <a:ext cx="1538231" cy="11379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求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52">
                <a:extLst>
                  <a:ext uri="{FF2B5EF4-FFF2-40B4-BE49-F238E27FC236}">
                    <a16:creationId xmlns:a16="http://schemas.microsoft.com/office/drawing/2014/main" id="{2B2BE8BF-455F-223E-D95F-AE2FA3BCE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9144" y="708250"/>
                <a:ext cx="1538231" cy="11379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60">
                <a:extLst>
                  <a:ext uri="{FF2B5EF4-FFF2-40B4-BE49-F238E27FC236}">
                    <a16:creationId xmlns:a16="http://schemas.microsoft.com/office/drawing/2014/main" id="{E7928AD5-4DC2-BCA9-05DD-41CA10A4AD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9973" y="3234302"/>
                <a:ext cx="1597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再对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求导</a:t>
                </a:r>
              </a:p>
            </p:txBody>
          </p:sp>
        </mc:Choice>
        <mc:Fallback xmlns="">
          <p:sp>
            <p:nvSpPr>
              <p:cNvPr id="29" name="Text Box 60">
                <a:extLst>
                  <a:ext uri="{FF2B5EF4-FFF2-40B4-BE49-F238E27FC236}">
                    <a16:creationId xmlns:a16="http://schemas.microsoft.com/office/drawing/2014/main" id="{E7928AD5-4DC2-BCA9-05DD-41CA10A4A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9973" y="3234302"/>
                <a:ext cx="1597425" cy="430887"/>
              </a:xfrm>
              <a:prstGeom prst="rect">
                <a:avLst/>
              </a:prstGeom>
              <a:blipFill>
                <a:blip r:embed="rId14"/>
                <a:stretch>
                  <a:fillRect l="-4962" t="-14286" r="-4198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710D81F-90E3-40F1-F772-8160A368A375}"/>
                  </a:ext>
                </a:extLst>
              </p:cNvPr>
              <p:cNvSpPr txBox="1"/>
              <p:nvPr/>
            </p:nvSpPr>
            <p:spPr>
              <a:xfrm>
                <a:off x="4397492" y="3914295"/>
                <a:ext cx="1220554" cy="8275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20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 b="0" i="0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710D81F-90E3-40F1-F772-8160A368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492" y="3914295"/>
                <a:ext cx="1220554" cy="8275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3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 autoUpdateAnimBg="0"/>
      <p:bldP spid="6" grpId="0"/>
      <p:bldP spid="7" grpId="0"/>
      <p:bldP spid="8" grpId="0"/>
      <p:bldP spid="9" grpId="0"/>
      <p:bldP spid="24" grpId="0"/>
      <p:bldP spid="25" grpId="0"/>
      <p:bldP spid="28" grpId="0"/>
      <p:bldP spid="29" grpId="0" build="p" autoUpdateAnimBg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426BBB-C028-D206-8BB7-FE4526CEE7C9}"/>
              </a:ext>
            </a:extLst>
          </p:cNvPr>
          <p:cNvSpPr txBox="1">
            <a:spLocks noChangeArrowheads="1"/>
          </p:cNvSpPr>
          <p:nvPr/>
        </p:nvSpPr>
        <p:spPr>
          <a:xfrm>
            <a:off x="2358111" y="1073482"/>
            <a:ext cx="385640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利用公式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D171BF58-AA28-60A4-4380-9FD099510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401" y="1729579"/>
            <a:ext cx="914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ABF0D4E8-544C-247C-59B7-E0CD1A6FFA91}"/>
                  </a:ext>
                </a:extLst>
              </p:cNvPr>
              <p:cNvSpPr txBox="1"/>
              <p:nvPr/>
            </p:nvSpPr>
            <p:spPr bwMode="auto">
              <a:xfrm>
                <a:off x="3884360" y="1725722"/>
                <a:ext cx="4074288" cy="434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ABF0D4E8-544C-247C-59B7-E0CD1A6FF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4360" y="1725722"/>
                <a:ext cx="4074288" cy="434744"/>
              </a:xfrm>
              <a:prstGeom prst="rect">
                <a:avLst/>
              </a:prstGeom>
              <a:blipFill>
                <a:blip r:embed="rId4"/>
                <a:stretch>
                  <a:fillRect l="-149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6">
            <a:extLst>
              <a:ext uri="{FF2B5EF4-FFF2-40B4-BE49-F238E27FC236}">
                <a16:creationId xmlns:a16="http://schemas.microsoft.com/office/drawing/2014/main" id="{9C5A63BF-C784-80A0-9063-469F071A0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401" y="2352397"/>
            <a:ext cx="68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7">
                <a:extLst>
                  <a:ext uri="{FF2B5EF4-FFF2-40B4-BE49-F238E27FC236}">
                    <a16:creationId xmlns:a16="http://schemas.microsoft.com/office/drawing/2014/main" id="{C6A4F7CF-BBE6-B84B-463C-BE3C7022DE32}"/>
                  </a:ext>
                </a:extLst>
              </p:cNvPr>
              <p:cNvSpPr txBox="1"/>
              <p:nvPr/>
            </p:nvSpPr>
            <p:spPr bwMode="auto">
              <a:xfrm>
                <a:off x="3884360" y="2331977"/>
                <a:ext cx="1282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17">
                <a:extLst>
                  <a:ext uri="{FF2B5EF4-FFF2-40B4-BE49-F238E27FC236}">
                    <a16:creationId xmlns:a16="http://schemas.microsoft.com/office/drawing/2014/main" id="{C6A4F7CF-BBE6-B84B-463C-BE3C7022D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4360" y="2331977"/>
                <a:ext cx="1282700" cy="444500"/>
              </a:xfrm>
              <a:prstGeom prst="rect">
                <a:avLst/>
              </a:prstGeom>
              <a:blipFill>
                <a:blip r:embed="rId5"/>
                <a:stretch>
                  <a:fillRect l="-4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5DE637EF-A2D5-216D-5175-BDF706C80DA3}"/>
                  </a:ext>
                </a:extLst>
              </p:cNvPr>
              <p:cNvSpPr txBox="1"/>
              <p:nvPr/>
            </p:nvSpPr>
            <p:spPr bwMode="auto">
              <a:xfrm>
                <a:off x="3470401" y="2898596"/>
                <a:ext cx="2015999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 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18">
                <a:extLst>
                  <a:ext uri="{FF2B5EF4-FFF2-40B4-BE49-F238E27FC236}">
                    <a16:creationId xmlns:a16="http://schemas.microsoft.com/office/drawing/2014/main" id="{5DE637EF-A2D5-216D-5175-BDF706C80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0401" y="2898596"/>
                <a:ext cx="2015999" cy="952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9">
                <a:extLst>
                  <a:ext uri="{FF2B5EF4-FFF2-40B4-BE49-F238E27FC236}">
                    <a16:creationId xmlns:a16="http://schemas.microsoft.com/office/drawing/2014/main" id="{CF6DD484-AC21-026C-1ACE-15FC8EFE3A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9901" y="4062957"/>
                <a:ext cx="2260601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两边对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求偏导</a:t>
                </a:r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16" name="Text Box 19">
                <a:extLst>
                  <a:ext uri="{FF2B5EF4-FFF2-40B4-BE49-F238E27FC236}">
                    <a16:creationId xmlns:a16="http://schemas.microsoft.com/office/drawing/2014/main" id="{CF6DD484-AC21-026C-1ACE-15FC8EFE3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9901" y="4062957"/>
                <a:ext cx="2260601" cy="430887"/>
              </a:xfrm>
              <a:prstGeom prst="rect">
                <a:avLst/>
              </a:prstGeom>
              <a:blipFill>
                <a:blip r:embed="rId7"/>
                <a:stretch>
                  <a:fillRect l="-3504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ine 20">
            <a:extLst>
              <a:ext uri="{FF2B5EF4-FFF2-40B4-BE49-F238E27FC236}">
                <a16:creationId xmlns:a16="http://schemas.microsoft.com/office/drawing/2014/main" id="{417436E6-F9F9-1488-8AB9-945B0FC90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7697" y="3768604"/>
            <a:ext cx="0" cy="10668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1">
                <a:extLst>
                  <a:ext uri="{FF2B5EF4-FFF2-40B4-BE49-F238E27FC236}">
                    <a16:creationId xmlns:a16="http://schemas.microsoft.com/office/drawing/2014/main" id="{27018362-78CA-1CF5-4B2D-C82098ACDB2C}"/>
                  </a:ext>
                </a:extLst>
              </p:cNvPr>
              <p:cNvSpPr txBox="1"/>
              <p:nvPr/>
            </p:nvSpPr>
            <p:spPr bwMode="auto">
              <a:xfrm>
                <a:off x="3470400" y="4850611"/>
                <a:ext cx="2493519" cy="861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2−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𝑍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21">
                <a:extLst>
                  <a:ext uri="{FF2B5EF4-FFF2-40B4-BE49-F238E27FC236}">
                    <a16:creationId xmlns:a16="http://schemas.microsoft.com/office/drawing/2014/main" id="{27018362-78CA-1CF5-4B2D-C82098ACD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0400" y="4850611"/>
                <a:ext cx="2493519" cy="8615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2">
                <a:extLst>
                  <a:ext uri="{FF2B5EF4-FFF2-40B4-BE49-F238E27FC236}">
                    <a16:creationId xmlns:a16="http://schemas.microsoft.com/office/drawing/2014/main" id="{9DDF2ACA-4768-7C09-362C-1436929C869F}"/>
                  </a:ext>
                </a:extLst>
              </p:cNvPr>
              <p:cNvSpPr txBox="1"/>
              <p:nvPr/>
            </p:nvSpPr>
            <p:spPr bwMode="auto">
              <a:xfrm>
                <a:off x="5698047" y="4668972"/>
                <a:ext cx="2260595" cy="11420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22">
                <a:extLst>
                  <a:ext uri="{FF2B5EF4-FFF2-40B4-BE49-F238E27FC236}">
                    <a16:creationId xmlns:a16="http://schemas.microsoft.com/office/drawing/2014/main" id="{9DDF2ACA-4768-7C09-362C-1436929C8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8047" y="4668972"/>
                <a:ext cx="2260595" cy="1142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A02EB4A2-5A25-9C2A-6185-E3A0BE9B4681}"/>
                  </a:ext>
                </a:extLst>
              </p:cNvPr>
              <p:cNvSpPr txBox="1"/>
              <p:nvPr/>
            </p:nvSpPr>
            <p:spPr bwMode="auto">
              <a:xfrm>
                <a:off x="7797039" y="4846665"/>
                <a:ext cx="2181097" cy="9643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A02EB4A2-5A25-9C2A-6185-E3A0BE9B4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7039" y="4846665"/>
                <a:ext cx="2181097" cy="9643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8">
                <a:extLst>
                  <a:ext uri="{FF2B5EF4-FFF2-40B4-BE49-F238E27FC236}">
                    <a16:creationId xmlns:a16="http://schemas.microsoft.com/office/drawing/2014/main" id="{48CAE788-0B31-DE34-5C7A-AB5697AF0157}"/>
                  </a:ext>
                </a:extLst>
              </p:cNvPr>
              <p:cNvSpPr txBox="1"/>
              <p:nvPr/>
            </p:nvSpPr>
            <p:spPr bwMode="auto">
              <a:xfrm>
                <a:off x="5079493" y="2960409"/>
                <a:ext cx="1295400" cy="828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38">
                <a:extLst>
                  <a:ext uri="{FF2B5EF4-FFF2-40B4-BE49-F238E27FC236}">
                    <a16:creationId xmlns:a16="http://schemas.microsoft.com/office/drawing/2014/main" id="{48CAE788-0B31-DE34-5C7A-AB5697AF0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9493" y="2960409"/>
                <a:ext cx="1295400" cy="8288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9">
                <a:extLst>
                  <a:ext uri="{FF2B5EF4-FFF2-40B4-BE49-F238E27FC236}">
                    <a16:creationId xmlns:a16="http://schemas.microsoft.com/office/drawing/2014/main" id="{EAD939FB-C22C-F778-E79B-C3F58501A174}"/>
                  </a:ext>
                </a:extLst>
              </p:cNvPr>
              <p:cNvSpPr txBox="1"/>
              <p:nvPr/>
            </p:nvSpPr>
            <p:spPr bwMode="auto">
              <a:xfrm>
                <a:off x="6340048" y="2960409"/>
                <a:ext cx="10414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Object 39">
                <a:extLst>
                  <a:ext uri="{FF2B5EF4-FFF2-40B4-BE49-F238E27FC236}">
                    <a16:creationId xmlns:a16="http://schemas.microsoft.com/office/drawing/2014/main" id="{EAD939FB-C22C-F778-E79B-C3F58501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0048" y="2960409"/>
                <a:ext cx="1041400" cy="850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0">
                <a:extLst>
                  <a:ext uri="{FF2B5EF4-FFF2-40B4-BE49-F238E27FC236}">
                    <a16:creationId xmlns:a16="http://schemas.microsoft.com/office/drawing/2014/main" id="{FD8456AB-2098-C17F-147B-D4D02F5F94AB}"/>
                  </a:ext>
                </a:extLst>
              </p:cNvPr>
              <p:cNvSpPr txBox="1"/>
              <p:nvPr/>
            </p:nvSpPr>
            <p:spPr bwMode="auto">
              <a:xfrm>
                <a:off x="4953572" y="2335381"/>
                <a:ext cx="1651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−4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Object 40">
                <a:extLst>
                  <a:ext uri="{FF2B5EF4-FFF2-40B4-BE49-F238E27FC236}">
                    <a16:creationId xmlns:a16="http://schemas.microsoft.com/office/drawing/2014/main" id="{FD8456AB-2098-C17F-147B-D4D02F5F9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572" y="2335381"/>
                <a:ext cx="1651000" cy="444500"/>
              </a:xfrm>
              <a:prstGeom prst="rect">
                <a:avLst/>
              </a:prstGeom>
              <a:blipFill>
                <a:blip r:embed="rId13"/>
                <a:stretch>
                  <a:fillRect l="-3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08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utoUpdateAnimBg="0"/>
      <p:bldP spid="12" grpId="0"/>
      <p:bldP spid="13" grpId="0" autoUpdateAnimBg="0"/>
      <p:bldP spid="14" grpId="0"/>
      <p:bldP spid="15" grpId="0"/>
      <p:bldP spid="16" grpId="0" autoUpdateAnimBg="0"/>
      <p:bldP spid="18" grpId="0"/>
      <p:bldP spid="19" grpId="0"/>
      <p:bldP spid="20" grpId="0"/>
      <p:bldP spid="30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AFAD097A-A635-E50A-CECD-0630343E97E2}"/>
                  </a:ext>
                </a:extLst>
              </p:cNvPr>
              <p:cNvSpPr txBox="1"/>
              <p:nvPr/>
            </p:nvSpPr>
            <p:spPr bwMode="auto">
              <a:xfrm>
                <a:off x="6752269" y="5387729"/>
                <a:ext cx="1488058" cy="798823"/>
              </a:xfrm>
              <a:prstGeom prst="rect">
                <a:avLst/>
              </a:prstGeom>
              <a:solidFill>
                <a:srgbClr val="04926A">
                  <a:alpha val="20000"/>
                </a:srgbClr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AFAD097A-A635-E50A-CECD-0630343E9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2269" y="5387729"/>
                <a:ext cx="1488058" cy="7988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33A3EB4-1D29-F70C-5B39-7ECAA87CDAAB}"/>
                  </a:ext>
                </a:extLst>
              </p:cNvPr>
              <p:cNvSpPr txBox="1"/>
              <p:nvPr/>
            </p:nvSpPr>
            <p:spPr bwMode="auto">
              <a:xfrm>
                <a:off x="2384423" y="2843976"/>
                <a:ext cx="439261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  </m:t>
                          </m:r>
                          <m:r>
                            <m:rPr>
                              <m:nor/>
                            </m:rPr>
                            <a:rPr kumimoji="1" lang="en-US" altLang="zh-CN" sz="2200" b="0" i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</m:t>
                          </m:r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33A3EB4-1D29-F70C-5B39-7ECAA87CD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4423" y="2843976"/>
                <a:ext cx="4392613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E80D0E99-5202-5433-8BD7-5869498CE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767" y="5897625"/>
            <a:ext cx="192214" cy="204787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F7222B-6404-67D2-1F7A-783CCA520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337" y="5579365"/>
            <a:ext cx="180177" cy="191778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E2C87-54A2-6EDC-1CDB-14AB28009321}"/>
              </a:ext>
            </a:extLst>
          </p:cNvPr>
          <p:cNvSpPr txBox="1">
            <a:spLocks noChangeArrowheads="1"/>
          </p:cNvSpPr>
          <p:nvPr/>
        </p:nvSpPr>
        <p:spPr>
          <a:xfrm>
            <a:off x="1282455" y="857762"/>
            <a:ext cx="990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7">
                <a:extLst>
                  <a:ext uri="{FF2B5EF4-FFF2-40B4-BE49-F238E27FC236}">
                    <a16:creationId xmlns:a16="http://schemas.microsoft.com/office/drawing/2014/main" id="{DD3350E7-F263-A690-6DD0-92C82D1730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0615" y="863217"/>
                <a:ext cx="4495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设 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)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具有连续偏导数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</a:t>
                </a:r>
              </a:p>
            </p:txBody>
          </p:sp>
        </mc:Choice>
        <mc:Fallback xmlns="">
          <p:sp>
            <p:nvSpPr>
              <p:cNvPr id="8" name="Text Box 7">
                <a:extLst>
                  <a:ext uri="{FF2B5EF4-FFF2-40B4-BE49-F238E27FC236}">
                    <a16:creationId xmlns:a16="http://schemas.microsoft.com/office/drawing/2014/main" id="{DD3350E7-F263-A690-6DD0-92C82D173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0615" y="863217"/>
                <a:ext cx="4495800" cy="519113"/>
              </a:xfrm>
              <a:prstGeom prst="rect">
                <a:avLst/>
              </a:prstGeom>
              <a:blipFill>
                <a:blip r:embed="rId6"/>
                <a:stretch>
                  <a:fillRect t="-16471" r="-4478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FBF27710-06F5-AC59-E4F6-AD665D1F7AE8}"/>
                  </a:ext>
                </a:extLst>
              </p:cNvPr>
              <p:cNvSpPr txBox="1"/>
              <p:nvPr/>
            </p:nvSpPr>
            <p:spPr bwMode="auto">
              <a:xfrm>
                <a:off x="8180843" y="727881"/>
                <a:ext cx="2391796" cy="1034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8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FBF27710-06F5-AC59-E4F6-AD665D1F7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80843" y="727881"/>
                <a:ext cx="2391796" cy="10345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89338DF7-310F-6C13-C5AA-3E361BD21BE8}"/>
                  </a:ext>
                </a:extLst>
              </p:cNvPr>
              <p:cNvSpPr txBox="1"/>
              <p:nvPr/>
            </p:nvSpPr>
            <p:spPr bwMode="auto">
              <a:xfrm>
                <a:off x="10188398" y="876271"/>
                <a:ext cx="1315060" cy="7391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求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89338DF7-310F-6C13-C5AA-3E361BD21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88398" y="876271"/>
                <a:ext cx="1315060" cy="739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0">
            <a:extLst>
              <a:ext uri="{FF2B5EF4-FFF2-40B4-BE49-F238E27FC236}">
                <a16:creationId xmlns:a16="http://schemas.microsoft.com/office/drawing/2014/main" id="{7B2C382C-3D67-F2F9-A7A9-30D7E9009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149732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解法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  <a:r>
              <a:rPr kumimoji="1" lang="zh-CN" altLang="en-US" sz="22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利用偏导数公式</a:t>
            </a:r>
            <a:r>
              <a:rPr kumimoji="1" lang="en-US" altLang="zh-CN" sz="22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2">
                <a:extLst>
                  <a:ext uri="{FF2B5EF4-FFF2-40B4-BE49-F238E27FC236}">
                    <a16:creationId xmlns:a16="http://schemas.microsoft.com/office/drawing/2014/main" id="{5328EA7B-A753-931D-FDE9-695B317B05DE}"/>
                  </a:ext>
                </a:extLst>
              </p:cNvPr>
              <p:cNvSpPr txBox="1"/>
              <p:nvPr/>
            </p:nvSpPr>
            <p:spPr bwMode="auto">
              <a:xfrm>
                <a:off x="2339593" y="2051050"/>
                <a:ext cx="3568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设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Times New Roman" panose="02020603050405020304" pitchFamily="18" charset="0"/>
                        </a:rPr>
                        <m:t>是由方程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Object 12">
                <a:extLst>
                  <a:ext uri="{FF2B5EF4-FFF2-40B4-BE49-F238E27FC236}">
                    <a16:creationId xmlns:a16="http://schemas.microsoft.com/office/drawing/2014/main" id="{5328EA7B-A753-931D-FDE9-695B317B0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593" y="2051050"/>
                <a:ext cx="3568700" cy="444500"/>
              </a:xfrm>
              <a:prstGeom prst="rect">
                <a:avLst/>
              </a:prstGeom>
              <a:blipFill>
                <a:blip r:embed="rId9"/>
                <a:stretch>
                  <a:fillRect l="-1197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0C3AC2D4-CF07-4305-4D16-CB8EC845DF1C}"/>
                  </a:ext>
                </a:extLst>
              </p:cNvPr>
              <p:cNvSpPr txBox="1"/>
              <p:nvPr/>
            </p:nvSpPr>
            <p:spPr bwMode="auto">
              <a:xfrm>
                <a:off x="5316083" y="1934150"/>
                <a:ext cx="1775914" cy="7920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4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zh-CN" altLang="en-US" sz="24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  <m:r>
                            <a:rPr kumimoji="1" lang="zh-CN" altLang="en-US" sz="24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zh-CN" altLang="en-US" sz="24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4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0C3AC2D4-CF07-4305-4D16-CB8EC845D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6083" y="1934150"/>
                <a:ext cx="1775914" cy="7920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4">
                <a:extLst>
                  <a:ext uri="{FF2B5EF4-FFF2-40B4-BE49-F238E27FC236}">
                    <a16:creationId xmlns:a16="http://schemas.microsoft.com/office/drawing/2014/main" id="{54D8F0CE-6DBB-A363-01D1-446E0A56D287}"/>
                  </a:ext>
                </a:extLst>
              </p:cNvPr>
              <p:cNvSpPr txBox="1"/>
              <p:nvPr/>
            </p:nvSpPr>
            <p:spPr bwMode="auto">
              <a:xfrm>
                <a:off x="2384423" y="4211000"/>
                <a:ext cx="4468813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  </m:t>
                          </m:r>
                          <m:r>
                            <m:rPr>
                              <m:nor/>
                            </m:rPr>
                            <a:rPr kumimoji="1" lang="en-US" altLang="zh-CN" sz="2200" b="0" i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</m:t>
                          </m:r>
                          <m:r>
                            <m:rPr>
                              <m:nor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                 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14">
                <a:extLst>
                  <a:ext uri="{FF2B5EF4-FFF2-40B4-BE49-F238E27FC236}">
                    <a16:creationId xmlns:a16="http://schemas.microsoft.com/office/drawing/2014/main" id="{54D8F0CE-6DBB-A363-01D1-446E0A56D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4423" y="4211000"/>
                <a:ext cx="4468813" cy="914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5">
                <a:extLst>
                  <a:ext uri="{FF2B5EF4-FFF2-40B4-BE49-F238E27FC236}">
                    <a16:creationId xmlns:a16="http://schemas.microsoft.com/office/drawing/2014/main" id="{251AB1C9-B2A8-34FD-4972-C79B60CABE71}"/>
                  </a:ext>
                </a:extLst>
              </p:cNvPr>
              <p:cNvSpPr txBox="1"/>
              <p:nvPr/>
            </p:nvSpPr>
            <p:spPr bwMode="auto">
              <a:xfrm>
                <a:off x="6366673" y="4198466"/>
                <a:ext cx="20431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15">
                <a:extLst>
                  <a:ext uri="{FF2B5EF4-FFF2-40B4-BE49-F238E27FC236}">
                    <a16:creationId xmlns:a16="http://schemas.microsoft.com/office/drawing/2014/main" id="{251AB1C9-B2A8-34FD-4972-C79B60CAB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673" y="4198466"/>
                <a:ext cx="2043113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6">
                <a:extLst>
                  <a:ext uri="{FF2B5EF4-FFF2-40B4-BE49-F238E27FC236}">
                    <a16:creationId xmlns:a16="http://schemas.microsoft.com/office/drawing/2014/main" id="{17A0EA2A-7076-3C2F-4C05-DD69D4620FDF}"/>
                  </a:ext>
                </a:extLst>
              </p:cNvPr>
              <p:cNvSpPr txBox="1"/>
              <p:nvPr/>
            </p:nvSpPr>
            <p:spPr bwMode="auto">
              <a:xfrm>
                <a:off x="6243883" y="2824414"/>
                <a:ext cx="204311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16">
                <a:extLst>
                  <a:ext uri="{FF2B5EF4-FFF2-40B4-BE49-F238E27FC236}">
                    <a16:creationId xmlns:a16="http://schemas.microsoft.com/office/drawing/2014/main" id="{17A0EA2A-7076-3C2F-4C05-DD69D4620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3883" y="2824414"/>
                <a:ext cx="2043112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7">
                <a:extLst>
                  <a:ext uri="{FF2B5EF4-FFF2-40B4-BE49-F238E27FC236}">
                    <a16:creationId xmlns:a16="http://schemas.microsoft.com/office/drawing/2014/main" id="{915EB1B1-3B68-5B68-2DD6-F0E024B24ECD}"/>
                  </a:ext>
                </a:extLst>
              </p:cNvPr>
              <p:cNvSpPr txBox="1"/>
              <p:nvPr/>
            </p:nvSpPr>
            <p:spPr bwMode="auto">
              <a:xfrm>
                <a:off x="2717232" y="5421002"/>
                <a:ext cx="275431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Object 17">
                <a:extLst>
                  <a:ext uri="{FF2B5EF4-FFF2-40B4-BE49-F238E27FC236}">
                    <a16:creationId xmlns:a16="http://schemas.microsoft.com/office/drawing/2014/main" id="{915EB1B1-3B68-5B68-2DD6-F0E024B24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7232" y="5421002"/>
                <a:ext cx="2754312" cy="927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8">
                <a:extLst>
                  <a:ext uri="{FF2B5EF4-FFF2-40B4-BE49-F238E27FC236}">
                    <a16:creationId xmlns:a16="http://schemas.microsoft.com/office/drawing/2014/main" id="{0DCCA6C3-ED9E-ADFC-CCC9-46E95207F974}"/>
                  </a:ext>
                </a:extLst>
              </p:cNvPr>
              <p:cNvSpPr txBox="1"/>
              <p:nvPr/>
            </p:nvSpPr>
            <p:spPr bwMode="auto">
              <a:xfrm>
                <a:off x="4269807" y="2493015"/>
                <a:ext cx="1201737" cy="7365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Object 18">
                <a:extLst>
                  <a:ext uri="{FF2B5EF4-FFF2-40B4-BE49-F238E27FC236}">
                    <a16:creationId xmlns:a16="http://schemas.microsoft.com/office/drawing/2014/main" id="{0DCCA6C3-ED9E-ADFC-CCC9-46E95207F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9807" y="2493015"/>
                <a:ext cx="1201737" cy="7365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FF2FDE3A-8A09-B4DF-42E2-89BFAA4E270C}"/>
                  </a:ext>
                </a:extLst>
              </p:cNvPr>
              <p:cNvSpPr txBox="1"/>
              <p:nvPr/>
            </p:nvSpPr>
            <p:spPr bwMode="auto">
              <a:xfrm>
                <a:off x="3387723" y="3352483"/>
                <a:ext cx="596900" cy="5551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FF2FDE3A-8A09-B4DF-42E2-89BFAA4E2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7723" y="3352483"/>
                <a:ext cx="596900" cy="555181"/>
              </a:xfrm>
              <a:prstGeom prst="rect">
                <a:avLst/>
              </a:prstGeom>
              <a:blipFill>
                <a:blip r:embed="rId16"/>
                <a:stretch>
                  <a:fillRect l="-10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0">
                <a:extLst>
                  <a:ext uri="{FF2B5EF4-FFF2-40B4-BE49-F238E27FC236}">
                    <a16:creationId xmlns:a16="http://schemas.microsoft.com/office/drawing/2014/main" id="{0D12C2BF-1E51-F2BD-A498-A158B4051DF0}"/>
                  </a:ext>
                </a:extLst>
              </p:cNvPr>
              <p:cNvSpPr txBox="1"/>
              <p:nvPr/>
            </p:nvSpPr>
            <p:spPr bwMode="auto">
              <a:xfrm>
                <a:off x="3835398" y="3245801"/>
                <a:ext cx="931863" cy="695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3" name="Object 20">
                <a:extLst>
                  <a:ext uri="{FF2B5EF4-FFF2-40B4-BE49-F238E27FC236}">
                    <a16:creationId xmlns:a16="http://schemas.microsoft.com/office/drawing/2014/main" id="{0D12C2BF-1E51-F2BD-A498-A158B4051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5398" y="3245801"/>
                <a:ext cx="931863" cy="69532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1">
                <a:extLst>
                  <a:ext uri="{FF2B5EF4-FFF2-40B4-BE49-F238E27FC236}">
                    <a16:creationId xmlns:a16="http://schemas.microsoft.com/office/drawing/2014/main" id="{C01D6C05-3A85-CB8F-3BEA-5695C1B46CB0}"/>
                  </a:ext>
                </a:extLst>
              </p:cNvPr>
              <p:cNvSpPr txBox="1"/>
              <p:nvPr/>
            </p:nvSpPr>
            <p:spPr bwMode="auto">
              <a:xfrm>
                <a:off x="4651375" y="3352042"/>
                <a:ext cx="1000125" cy="638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Object 21">
                <a:extLst>
                  <a:ext uri="{FF2B5EF4-FFF2-40B4-BE49-F238E27FC236}">
                    <a16:creationId xmlns:a16="http://schemas.microsoft.com/office/drawing/2014/main" id="{C01D6C05-3A85-CB8F-3BEA-5695C1B46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375" y="3352042"/>
                <a:ext cx="1000125" cy="6381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2">
                <a:extLst>
                  <a:ext uri="{FF2B5EF4-FFF2-40B4-BE49-F238E27FC236}">
                    <a16:creationId xmlns:a16="http://schemas.microsoft.com/office/drawing/2014/main" id="{66F9615D-DA31-E4B2-9BE2-17B189F409FA}"/>
                  </a:ext>
                </a:extLst>
              </p:cNvPr>
              <p:cNvSpPr txBox="1"/>
              <p:nvPr/>
            </p:nvSpPr>
            <p:spPr bwMode="auto">
              <a:xfrm>
                <a:off x="5332537" y="3242945"/>
                <a:ext cx="882650" cy="695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Object 22">
                <a:extLst>
                  <a:ext uri="{FF2B5EF4-FFF2-40B4-BE49-F238E27FC236}">
                    <a16:creationId xmlns:a16="http://schemas.microsoft.com/office/drawing/2014/main" id="{66F9615D-DA31-E4B2-9BE2-17B189F40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2537" y="3242945"/>
                <a:ext cx="882650" cy="69532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3">
                <a:extLst>
                  <a:ext uri="{FF2B5EF4-FFF2-40B4-BE49-F238E27FC236}">
                    <a16:creationId xmlns:a16="http://schemas.microsoft.com/office/drawing/2014/main" id="{35B717FE-9323-39DD-0B09-87ABC51E98FC}"/>
                  </a:ext>
                </a:extLst>
              </p:cNvPr>
              <p:cNvSpPr txBox="1"/>
              <p:nvPr/>
            </p:nvSpPr>
            <p:spPr bwMode="auto">
              <a:xfrm>
                <a:off x="4257394" y="3876130"/>
                <a:ext cx="1303585" cy="8204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6" name="Object 23">
                <a:extLst>
                  <a:ext uri="{FF2B5EF4-FFF2-40B4-BE49-F238E27FC236}">
                    <a16:creationId xmlns:a16="http://schemas.microsoft.com/office/drawing/2014/main" id="{35B717FE-9323-39DD-0B09-87ABC51E9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7394" y="3876130"/>
                <a:ext cx="1303585" cy="8204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24">
                <a:extLst>
                  <a:ext uri="{FF2B5EF4-FFF2-40B4-BE49-F238E27FC236}">
                    <a16:creationId xmlns:a16="http://schemas.microsoft.com/office/drawing/2014/main" id="{68FAF409-257A-7C20-135D-3CD97449F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1175" y="2040937"/>
                <a:ext cx="19812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确定的隐函数</a:t>
                </a:r>
                <a14:m>
                  <m:oMath xmlns:m="http://schemas.openxmlformats.org/officeDocument/2006/math">
                    <m:r>
                      <a:rPr kumimoji="1" lang="zh-CN" altLang="en-US" sz="24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37" name="Text Box 24">
                <a:extLst>
                  <a:ext uri="{FF2B5EF4-FFF2-40B4-BE49-F238E27FC236}">
                    <a16:creationId xmlns:a16="http://schemas.microsoft.com/office/drawing/2014/main" id="{68FAF409-257A-7C20-135D-3CD97449F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61175" y="2040937"/>
                <a:ext cx="1981200" cy="461665"/>
              </a:xfrm>
              <a:prstGeom prst="rect">
                <a:avLst/>
              </a:prstGeom>
              <a:blipFill>
                <a:blip r:embed="rId21"/>
                <a:stretch>
                  <a:fillRect l="-4000" t="-7895"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25">
            <a:extLst>
              <a:ext uri="{FF2B5EF4-FFF2-40B4-BE49-F238E27FC236}">
                <a16:creationId xmlns:a16="http://schemas.microsoft.com/office/drawing/2014/main" id="{1FF8CAC8-4F81-96BC-CE6A-4690A8550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698" y="5272364"/>
            <a:ext cx="1981200" cy="9271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26">
                <a:extLst>
                  <a:ext uri="{FF2B5EF4-FFF2-40B4-BE49-F238E27FC236}">
                    <a16:creationId xmlns:a16="http://schemas.microsoft.com/office/drawing/2014/main" id="{D918E496-3DDB-BB1A-719A-CFFAE9495234}"/>
                  </a:ext>
                </a:extLst>
              </p:cNvPr>
              <p:cNvSpPr txBox="1"/>
              <p:nvPr/>
            </p:nvSpPr>
            <p:spPr bwMode="auto">
              <a:xfrm>
                <a:off x="5124862" y="5469553"/>
                <a:ext cx="408781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(​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9" name="Object 26">
                <a:extLst>
                  <a:ext uri="{FF2B5EF4-FFF2-40B4-BE49-F238E27FC236}">
                    <a16:creationId xmlns:a16="http://schemas.microsoft.com/office/drawing/2014/main" id="{D918E496-3DDB-BB1A-719A-CFFAE9495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4862" y="5469553"/>
                <a:ext cx="4087812" cy="9271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27">
            <a:extLst>
              <a:ext uri="{FF2B5EF4-FFF2-40B4-BE49-F238E27FC236}">
                <a16:creationId xmlns:a16="http://schemas.microsoft.com/office/drawing/2014/main" id="{FD01FA97-5CF3-AF65-B23B-2213741C4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7874" y="2055013"/>
            <a:ext cx="60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28">
                <a:extLst>
                  <a:ext uri="{FF2B5EF4-FFF2-40B4-BE49-F238E27FC236}">
                    <a16:creationId xmlns:a16="http://schemas.microsoft.com/office/drawing/2014/main" id="{073A5D4B-71C9-0A0B-AA72-D361BC709CE8}"/>
                  </a:ext>
                </a:extLst>
              </p:cNvPr>
              <p:cNvSpPr txBox="1"/>
              <p:nvPr/>
            </p:nvSpPr>
            <p:spPr bwMode="auto">
              <a:xfrm>
                <a:off x="3370140" y="4625525"/>
                <a:ext cx="3135558" cy="8218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d>
                        <m:dPr>
                          <m:ctrlP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3" name="Object 28">
                <a:extLst>
                  <a:ext uri="{FF2B5EF4-FFF2-40B4-BE49-F238E27FC236}">
                    <a16:creationId xmlns:a16="http://schemas.microsoft.com/office/drawing/2014/main" id="{073A5D4B-71C9-0A0B-AA72-D361BC709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0140" y="4625525"/>
                <a:ext cx="3135558" cy="82185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Box 29">
            <a:extLst>
              <a:ext uri="{FF2B5EF4-FFF2-40B4-BE49-F238E27FC236}">
                <a16:creationId xmlns:a16="http://schemas.microsoft.com/office/drawing/2014/main" id="{C3BD601B-7E1E-2B64-0336-3BE3B34F7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415" y="847141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已知方程</a:t>
            </a:r>
          </a:p>
        </p:txBody>
      </p:sp>
      <p:sp>
        <p:nvSpPr>
          <p:cNvPr id="45" name="Text Box 37">
            <a:extLst>
              <a:ext uri="{FF2B5EF4-FFF2-40B4-BE49-F238E27FC236}">
                <a16:creationId xmlns:a16="http://schemas.microsoft.com/office/drawing/2014/main" id="{407D6630-60AA-86AD-77CB-A54D5760C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3" y="5612415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154201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6" grpId="0" animBg="1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5" grpId="0"/>
      <p:bldP spid="37" grpId="0"/>
      <p:bldP spid="38" grpId="0" animBg="1"/>
      <p:bldP spid="39" grpId="0"/>
      <p:bldP spid="42" grpId="0"/>
      <p:bldP spid="43" grpId="0"/>
      <p:bldP spid="44" grpId="0" build="p" autoUpdateAnimBg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34">
                <a:extLst>
                  <a:ext uri="{FF2B5EF4-FFF2-40B4-BE49-F238E27FC236}">
                    <a16:creationId xmlns:a16="http://schemas.microsoft.com/office/drawing/2014/main" id="{3CB383A2-D17D-736F-F1FE-7743E418528F}"/>
                  </a:ext>
                </a:extLst>
              </p:cNvPr>
              <p:cNvSpPr txBox="1"/>
              <p:nvPr/>
            </p:nvSpPr>
            <p:spPr bwMode="auto">
              <a:xfrm>
                <a:off x="4205742" y="2519816"/>
                <a:ext cx="672000" cy="6452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1034">
                <a:extLst>
                  <a:ext uri="{FF2B5EF4-FFF2-40B4-BE49-F238E27FC236}">
                    <a16:creationId xmlns:a16="http://schemas.microsoft.com/office/drawing/2014/main" id="{3CB383A2-D17D-736F-F1FE-7743E4185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5742" y="2519816"/>
                <a:ext cx="672000" cy="645258"/>
              </a:xfrm>
              <a:prstGeom prst="rect">
                <a:avLst/>
              </a:prstGeom>
              <a:blipFill>
                <a:blip r:embed="rId4"/>
                <a:stretch>
                  <a:fillRect l="-9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35">
                <a:extLst>
                  <a:ext uri="{FF2B5EF4-FFF2-40B4-BE49-F238E27FC236}">
                    <a16:creationId xmlns:a16="http://schemas.microsoft.com/office/drawing/2014/main" id="{9187F265-4620-65AA-0251-0244B21539EC}"/>
                  </a:ext>
                </a:extLst>
              </p:cNvPr>
              <p:cNvSpPr txBox="1"/>
              <p:nvPr/>
            </p:nvSpPr>
            <p:spPr bwMode="auto">
              <a:xfrm>
                <a:off x="4589237" y="5196918"/>
                <a:ext cx="3967388" cy="8019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(​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20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035">
                <a:extLst>
                  <a:ext uri="{FF2B5EF4-FFF2-40B4-BE49-F238E27FC236}">
                    <a16:creationId xmlns:a16="http://schemas.microsoft.com/office/drawing/2014/main" id="{9187F265-4620-65AA-0251-0244B215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9237" y="5196918"/>
                <a:ext cx="3967388" cy="801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36">
                <a:extLst>
                  <a:ext uri="{FF2B5EF4-FFF2-40B4-BE49-F238E27FC236}">
                    <a16:creationId xmlns:a16="http://schemas.microsoft.com/office/drawing/2014/main" id="{15E7061E-4961-2847-CD9C-5EFCA910D495}"/>
                  </a:ext>
                </a:extLst>
              </p:cNvPr>
              <p:cNvSpPr txBox="1"/>
              <p:nvPr/>
            </p:nvSpPr>
            <p:spPr bwMode="auto">
              <a:xfrm>
                <a:off x="4645020" y="3275073"/>
                <a:ext cx="2219325" cy="1023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036">
                <a:extLst>
                  <a:ext uri="{FF2B5EF4-FFF2-40B4-BE49-F238E27FC236}">
                    <a16:creationId xmlns:a16="http://schemas.microsoft.com/office/drawing/2014/main" id="{15E7061E-4961-2847-CD9C-5EFCA910D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5020" y="3275073"/>
                <a:ext cx="2219325" cy="10239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37">
                <a:extLst>
                  <a:ext uri="{FF2B5EF4-FFF2-40B4-BE49-F238E27FC236}">
                    <a16:creationId xmlns:a16="http://schemas.microsoft.com/office/drawing/2014/main" id="{9160EA07-E7CC-FB70-5A5B-259CE87DCAEE}"/>
                  </a:ext>
                </a:extLst>
              </p:cNvPr>
              <p:cNvSpPr txBox="1"/>
              <p:nvPr/>
            </p:nvSpPr>
            <p:spPr bwMode="auto">
              <a:xfrm>
                <a:off x="4205742" y="4360279"/>
                <a:ext cx="1789552" cy="8019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​​​+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​​​​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d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037">
                <a:extLst>
                  <a:ext uri="{FF2B5EF4-FFF2-40B4-BE49-F238E27FC236}">
                    <a16:creationId xmlns:a16="http://schemas.microsoft.com/office/drawing/2014/main" id="{9160EA07-E7CC-FB70-5A5B-259CE87DC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5742" y="4360279"/>
                <a:ext cx="1789552" cy="8019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43">
                <a:extLst>
                  <a:ext uri="{FF2B5EF4-FFF2-40B4-BE49-F238E27FC236}">
                    <a16:creationId xmlns:a16="http://schemas.microsoft.com/office/drawing/2014/main" id="{ECECDF87-AED4-F1FC-FAC0-EA8BC3DB8291}"/>
                  </a:ext>
                </a:extLst>
              </p:cNvPr>
              <p:cNvSpPr txBox="1"/>
              <p:nvPr/>
            </p:nvSpPr>
            <p:spPr bwMode="auto">
              <a:xfrm>
                <a:off x="5841369" y="4357469"/>
                <a:ext cx="2219325" cy="8143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+​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043">
                <a:extLst>
                  <a:ext uri="{FF2B5EF4-FFF2-40B4-BE49-F238E27FC236}">
                    <a16:creationId xmlns:a16="http://schemas.microsoft.com/office/drawing/2014/main" id="{ECECDF87-AED4-F1FC-FAC0-EA8BC3DB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1369" y="4357469"/>
                <a:ext cx="2219325" cy="814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044">
            <a:extLst>
              <a:ext uri="{FF2B5EF4-FFF2-40B4-BE49-F238E27FC236}">
                <a16:creationId xmlns:a16="http://schemas.microsoft.com/office/drawing/2014/main" id="{33A92BD8-F246-F5F5-32D1-5811F0D1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7383" y="975010"/>
            <a:ext cx="3505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  <a:r>
              <a:rPr lang="zh-CN" altLang="en-US" sz="22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微分法</a:t>
            </a:r>
            <a:r>
              <a:rPr lang="en-US" altLang="zh-CN" sz="22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50">
                <a:extLst>
                  <a:ext uri="{FF2B5EF4-FFF2-40B4-BE49-F238E27FC236}">
                    <a16:creationId xmlns:a16="http://schemas.microsoft.com/office/drawing/2014/main" id="{833747FA-5790-3C09-068F-8C7CE8E0C013}"/>
                  </a:ext>
                </a:extLst>
              </p:cNvPr>
              <p:cNvSpPr txBox="1"/>
              <p:nvPr/>
            </p:nvSpPr>
            <p:spPr bwMode="auto">
              <a:xfrm>
                <a:off x="6923917" y="3276366"/>
                <a:ext cx="2330269" cy="11356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050">
                <a:extLst>
                  <a:ext uri="{FF2B5EF4-FFF2-40B4-BE49-F238E27FC236}">
                    <a16:creationId xmlns:a16="http://schemas.microsoft.com/office/drawing/2014/main" id="{833747FA-5790-3C09-068F-8C7CE8E0C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3917" y="3276366"/>
                <a:ext cx="2330269" cy="1135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52">
                <a:extLst>
                  <a:ext uri="{FF2B5EF4-FFF2-40B4-BE49-F238E27FC236}">
                    <a16:creationId xmlns:a16="http://schemas.microsoft.com/office/drawing/2014/main" id="{939FA3F1-5546-28FA-DB05-AF7E15FD2965}"/>
                  </a:ext>
                </a:extLst>
              </p:cNvPr>
              <p:cNvSpPr txBox="1"/>
              <p:nvPr/>
            </p:nvSpPr>
            <p:spPr bwMode="auto">
              <a:xfrm>
                <a:off x="4674602" y="2407161"/>
                <a:ext cx="911737" cy="7981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052">
                <a:extLst>
                  <a:ext uri="{FF2B5EF4-FFF2-40B4-BE49-F238E27FC236}">
                    <a16:creationId xmlns:a16="http://schemas.microsoft.com/office/drawing/2014/main" id="{939FA3F1-5546-28FA-DB05-AF7E15FD2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4602" y="2407161"/>
                <a:ext cx="911737" cy="798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053">
                <a:extLst>
                  <a:ext uri="{FF2B5EF4-FFF2-40B4-BE49-F238E27FC236}">
                    <a16:creationId xmlns:a16="http://schemas.microsoft.com/office/drawing/2014/main" id="{6C6570CA-3979-0968-78B4-492691F094C6}"/>
                  </a:ext>
                </a:extLst>
              </p:cNvPr>
              <p:cNvSpPr txBox="1"/>
              <p:nvPr/>
            </p:nvSpPr>
            <p:spPr bwMode="auto">
              <a:xfrm>
                <a:off x="5381571" y="2511543"/>
                <a:ext cx="890587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1053">
                <a:extLst>
                  <a:ext uri="{FF2B5EF4-FFF2-40B4-BE49-F238E27FC236}">
                    <a16:creationId xmlns:a16="http://schemas.microsoft.com/office/drawing/2014/main" id="{6C6570CA-3979-0968-78B4-492691F09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1571" y="2511543"/>
                <a:ext cx="890587" cy="482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054">
                <a:extLst>
                  <a:ext uri="{FF2B5EF4-FFF2-40B4-BE49-F238E27FC236}">
                    <a16:creationId xmlns:a16="http://schemas.microsoft.com/office/drawing/2014/main" id="{591D33B9-4959-B2CE-3457-D2DBA0110E6F}"/>
                  </a:ext>
                </a:extLst>
              </p:cNvPr>
              <p:cNvSpPr txBox="1"/>
              <p:nvPr/>
            </p:nvSpPr>
            <p:spPr bwMode="auto">
              <a:xfrm>
                <a:off x="6090168" y="2406842"/>
                <a:ext cx="1610109" cy="72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d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1054">
                <a:extLst>
                  <a:ext uri="{FF2B5EF4-FFF2-40B4-BE49-F238E27FC236}">
                    <a16:creationId xmlns:a16="http://schemas.microsoft.com/office/drawing/2014/main" id="{591D33B9-4959-B2CE-3457-D2DBA0110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0168" y="2406842"/>
                <a:ext cx="1610109" cy="7256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055">
                <a:extLst>
                  <a:ext uri="{FF2B5EF4-FFF2-40B4-BE49-F238E27FC236}">
                    <a16:creationId xmlns:a16="http://schemas.microsoft.com/office/drawing/2014/main" id="{70687C3D-75DB-948B-9D52-72563D3EDF5E}"/>
                  </a:ext>
                </a:extLst>
              </p:cNvPr>
              <p:cNvSpPr txBox="1"/>
              <p:nvPr/>
            </p:nvSpPr>
            <p:spPr bwMode="auto">
              <a:xfrm>
                <a:off x="4205742" y="3477454"/>
                <a:ext cx="687512" cy="6452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1055">
                <a:extLst>
                  <a:ext uri="{FF2B5EF4-FFF2-40B4-BE49-F238E27FC236}">
                    <a16:creationId xmlns:a16="http://schemas.microsoft.com/office/drawing/2014/main" id="{70687C3D-75DB-948B-9D52-72563D3ED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5742" y="3477454"/>
                <a:ext cx="687512" cy="645258"/>
              </a:xfrm>
              <a:prstGeom prst="rect">
                <a:avLst/>
              </a:prstGeom>
              <a:blipFill>
                <a:blip r:embed="rId13"/>
                <a:stretch>
                  <a:fillRect l="-8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056">
                <a:extLst>
                  <a:ext uri="{FF2B5EF4-FFF2-40B4-BE49-F238E27FC236}">
                    <a16:creationId xmlns:a16="http://schemas.microsoft.com/office/drawing/2014/main" id="{8BA9DE27-B820-3B07-298A-5F37E3B61B86}"/>
                  </a:ext>
                </a:extLst>
              </p:cNvPr>
              <p:cNvSpPr txBox="1"/>
              <p:nvPr/>
            </p:nvSpPr>
            <p:spPr bwMode="auto">
              <a:xfrm>
                <a:off x="6254194" y="3482471"/>
                <a:ext cx="886999" cy="6856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⋅​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1056">
                <a:extLst>
                  <a:ext uri="{FF2B5EF4-FFF2-40B4-BE49-F238E27FC236}">
                    <a16:creationId xmlns:a16="http://schemas.microsoft.com/office/drawing/2014/main" id="{8BA9DE27-B820-3B07-298A-5F37E3B61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4194" y="3482471"/>
                <a:ext cx="886999" cy="6856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57">
                <a:extLst>
                  <a:ext uri="{FF2B5EF4-FFF2-40B4-BE49-F238E27FC236}">
                    <a16:creationId xmlns:a16="http://schemas.microsoft.com/office/drawing/2014/main" id="{A49B3449-AC26-DB13-89FB-A706A9EEEB8B}"/>
                  </a:ext>
                </a:extLst>
              </p:cNvPr>
              <p:cNvSpPr txBox="1"/>
              <p:nvPr/>
            </p:nvSpPr>
            <p:spPr bwMode="auto">
              <a:xfrm>
                <a:off x="8499777" y="3480663"/>
                <a:ext cx="897726" cy="610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1057">
                <a:extLst>
                  <a:ext uri="{FF2B5EF4-FFF2-40B4-BE49-F238E27FC236}">
                    <a16:creationId xmlns:a16="http://schemas.microsoft.com/office/drawing/2014/main" id="{A49B3449-AC26-DB13-89FB-A706A9EE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9777" y="3480663"/>
                <a:ext cx="897726" cy="610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1">
                <a:extLst>
                  <a:ext uri="{FF2B5EF4-FFF2-40B4-BE49-F238E27FC236}">
                    <a16:creationId xmlns:a16="http://schemas.microsoft.com/office/drawing/2014/main" id="{76847980-2E82-7009-0881-C2C458D82A8A}"/>
                  </a:ext>
                </a:extLst>
              </p:cNvPr>
              <p:cNvSpPr txBox="1"/>
              <p:nvPr/>
            </p:nvSpPr>
            <p:spPr>
              <a:xfrm>
                <a:off x="4205742" y="1516459"/>
                <a:ext cx="4549187" cy="7001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对方程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两边求微分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 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对象 1">
                <a:extLst>
                  <a:ext uri="{FF2B5EF4-FFF2-40B4-BE49-F238E27FC236}">
                    <a16:creationId xmlns:a16="http://schemas.microsoft.com/office/drawing/2014/main" id="{76847980-2E82-7009-0881-C2C458D82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742" y="1516459"/>
                <a:ext cx="4549187" cy="70011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37">
            <a:extLst>
              <a:ext uri="{FF2B5EF4-FFF2-40B4-BE49-F238E27FC236}">
                <a16:creationId xmlns:a16="http://schemas.microsoft.com/office/drawing/2014/main" id="{8E0FC16C-DA53-224D-AC1D-62B8AF44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742" y="530723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168089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24" grpId="0"/>
      <p:bldP spid="25" grpId="0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805AC6E-E274-8BC6-5814-2C0D7FA14424}"/>
              </a:ext>
            </a:extLst>
          </p:cNvPr>
          <p:cNvSpPr txBox="1">
            <a:spLocks noChangeArrowheads="1"/>
          </p:cNvSpPr>
          <p:nvPr/>
        </p:nvSpPr>
        <p:spPr>
          <a:xfrm>
            <a:off x="1880362" y="670243"/>
            <a:ext cx="7391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二、方程组的情形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A6641B81-C8E8-4436-E44D-D3A1A817D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748" y="1337438"/>
                <a:ext cx="7185152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隐函数存在定理还可以推广到方程组的情形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A6641B81-C8E8-4436-E44D-D3A1A817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2748" y="1337438"/>
                <a:ext cx="7185152" cy="519112"/>
              </a:xfrm>
              <a:prstGeom prst="rect">
                <a:avLst/>
              </a:prstGeom>
              <a:blipFill>
                <a:blip r:embed="rId3"/>
                <a:stretch>
                  <a:fillRect l="-1696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40922683-858F-35E1-4119-0CD19DDAF6F9}"/>
                  </a:ext>
                </a:extLst>
              </p:cNvPr>
              <p:cNvSpPr txBox="1"/>
              <p:nvPr/>
            </p:nvSpPr>
            <p:spPr bwMode="auto">
              <a:xfrm>
                <a:off x="3171951" y="2657822"/>
                <a:ext cx="2765425" cy="1254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𝐹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𝐺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40922683-858F-35E1-4119-0CD19DDAF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951" y="2657822"/>
                <a:ext cx="2765425" cy="1254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5">
            <a:extLst>
              <a:ext uri="{FF2B5EF4-FFF2-40B4-BE49-F238E27FC236}">
                <a16:creationId xmlns:a16="http://schemas.microsoft.com/office/drawing/2014/main" id="{0595DFA5-FF75-56E9-BF4C-0509CA696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36" y="3095691"/>
            <a:ext cx="1295400" cy="204785"/>
          </a:xfrm>
          <a:prstGeom prst="rightArrow">
            <a:avLst>
              <a:gd name="adj1" fmla="val 50000"/>
              <a:gd name="adj2" fmla="val 212500"/>
            </a:avLst>
          </a:prstGeom>
          <a:solidFill>
            <a:srgbClr val="04926A"/>
          </a:solidFill>
          <a:ln w="9525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35F1CAC3-0CE8-E80B-CBDD-78CF029AEBCD}"/>
                  </a:ext>
                </a:extLst>
              </p:cNvPr>
              <p:cNvSpPr txBox="1"/>
              <p:nvPr/>
            </p:nvSpPr>
            <p:spPr bwMode="auto">
              <a:xfrm>
                <a:off x="7380731" y="2652614"/>
                <a:ext cx="2108201" cy="1157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35F1CAC3-0CE8-E80B-CBDD-78CF029AE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0731" y="2652614"/>
                <a:ext cx="2108201" cy="1157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0D6C5138-98BD-1DB3-5BA7-3966EAE3CF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748" y="3842575"/>
                <a:ext cx="5334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,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𝐺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的偏导数组成的行列式</a:t>
                </a:r>
              </a:p>
            </p:txBody>
          </p:sp>
        </mc:Choice>
        <mc:Fallback xmlns="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0D6C5138-98BD-1DB3-5BA7-3966EAE3C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2748" y="3842575"/>
                <a:ext cx="5334000" cy="519113"/>
              </a:xfrm>
              <a:prstGeom prst="rect">
                <a:avLst/>
              </a:prstGeom>
              <a:blipFill>
                <a:blip r:embed="rId6"/>
                <a:stretch>
                  <a:fillRect l="-228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BEF2B90-C515-167C-BF1D-EE67B6D1354D}"/>
                  </a:ext>
                </a:extLst>
              </p:cNvPr>
              <p:cNvSpPr txBox="1"/>
              <p:nvPr/>
            </p:nvSpPr>
            <p:spPr bwMode="auto">
              <a:xfrm>
                <a:off x="3171951" y="4532949"/>
                <a:ext cx="3916364" cy="11842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 b="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b="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BEF2B90-C515-167C-BF1D-EE67B6D1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951" y="4532949"/>
                <a:ext cx="3916364" cy="11842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B22B93CC-6FBA-B97C-A513-818CA233B8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748" y="5642611"/>
                <a:ext cx="66294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称为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 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𝐺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的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雅可比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 Jacobi )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行列式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B22B93CC-6FBA-B97C-A513-818CA233B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2748" y="5642611"/>
                <a:ext cx="6629400" cy="523220"/>
              </a:xfrm>
              <a:prstGeom prst="rect">
                <a:avLst/>
              </a:prstGeom>
              <a:blipFill>
                <a:blip r:embed="rId8"/>
                <a:stretch>
                  <a:fillRect l="-1838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8404FA53-869D-B1D1-729C-FE8D26C964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748" y="1945483"/>
                <a:ext cx="6359525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以两个方程确定两个隐函数的情况为例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8404FA53-869D-B1D1-729C-FE8D26C96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2748" y="1945483"/>
                <a:ext cx="6359525" cy="519113"/>
              </a:xfrm>
              <a:prstGeom prst="rect">
                <a:avLst/>
              </a:prstGeom>
              <a:blipFill>
                <a:blip r:embed="rId9"/>
                <a:stretch>
                  <a:fillRect l="-1918" t="-1411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>
            <a:extLst>
              <a:ext uri="{FF2B5EF4-FFF2-40B4-BE49-F238E27FC236}">
                <a16:creationId xmlns:a16="http://schemas.microsoft.com/office/drawing/2014/main" id="{63954872-BCE9-12A6-5C97-974178439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414" y="1932068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144517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/>
      <p:bldP spid="6" grpId="0"/>
      <p:bldP spid="7" grpId="0" autoUpdateAnimBg="0"/>
      <p:bldP spid="8" grpId="0"/>
      <p:bldP spid="9" grpId="0" autoUpdateAnimBg="0"/>
      <p:bldP spid="10" grpId="0" autoUpdateAnimBg="0"/>
      <p:bldP spid="1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9C0F8300-FE76-79FC-F81F-B4BAFC029698}"/>
              </a:ext>
            </a:extLst>
          </p:cNvPr>
          <p:cNvSpPr txBox="1">
            <a:spLocks noChangeArrowheads="1"/>
          </p:cNvSpPr>
          <p:nvPr/>
        </p:nvSpPr>
        <p:spPr>
          <a:xfrm>
            <a:off x="1279525" y="515472"/>
            <a:ext cx="1371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定理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8">
                <a:extLst>
                  <a:ext uri="{FF2B5EF4-FFF2-40B4-BE49-F238E27FC236}">
                    <a16:creationId xmlns:a16="http://schemas.microsoft.com/office/drawing/2014/main" id="{0DDA8C88-362A-A48C-78D5-6CF23B503FF9}"/>
                  </a:ext>
                </a:extLst>
              </p:cNvPr>
              <p:cNvSpPr txBox="1"/>
              <p:nvPr/>
            </p:nvSpPr>
            <p:spPr bwMode="auto">
              <a:xfrm>
                <a:off x="2934496" y="1933670"/>
                <a:ext cx="3589337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8">
                <a:extLst>
                  <a:ext uri="{FF2B5EF4-FFF2-40B4-BE49-F238E27FC236}">
                    <a16:creationId xmlns:a16="http://schemas.microsoft.com/office/drawing/2014/main" id="{0DDA8C88-362A-A48C-78D5-6CF23B50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4496" y="1933670"/>
                <a:ext cx="3589337" cy="560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35">
                <a:extLst>
                  <a:ext uri="{FF2B5EF4-FFF2-40B4-BE49-F238E27FC236}">
                    <a16:creationId xmlns:a16="http://schemas.microsoft.com/office/drawing/2014/main" id="{66E4701A-4545-BDDB-EC78-9D422B08A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08700" y="1244137"/>
                <a:ext cx="497135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某一邻域内具有连续偏导数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;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4" name="Text Box 35">
                <a:extLst>
                  <a:ext uri="{FF2B5EF4-FFF2-40B4-BE49-F238E27FC236}">
                    <a16:creationId xmlns:a16="http://schemas.microsoft.com/office/drawing/2014/main" id="{66E4701A-4545-BDDB-EC78-9D422B08A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8700" y="1244137"/>
                <a:ext cx="4971352" cy="523220"/>
              </a:xfrm>
              <a:prstGeom prst="rect">
                <a:avLst/>
              </a:prstGeom>
              <a:blipFill>
                <a:blip r:embed="rId4"/>
                <a:stretch>
                  <a:fillRect l="-2451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4">
            <a:extLst>
              <a:ext uri="{FF2B5EF4-FFF2-40B4-BE49-F238E27FC236}">
                <a16:creationId xmlns:a16="http://schemas.microsoft.com/office/drawing/2014/main" id="{B72AB54B-A41D-9587-979B-83D286B3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49721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42153D71-C71F-CFC6-BCFF-4C1BE7D1742E}"/>
                  </a:ext>
                </a:extLst>
              </p:cNvPr>
              <p:cNvSpPr txBox="1"/>
              <p:nvPr/>
            </p:nvSpPr>
            <p:spPr bwMode="auto">
              <a:xfrm>
                <a:off x="3696526" y="1234992"/>
                <a:ext cx="2477263" cy="6245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42153D71-C71F-CFC6-BCFF-4C1BE7D17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6526" y="1234992"/>
                <a:ext cx="2477263" cy="624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7769B050-DA3A-34FD-62A5-0021A35CBC7F}"/>
                  </a:ext>
                </a:extLst>
              </p:cNvPr>
              <p:cNvSpPr txBox="1"/>
              <p:nvPr/>
            </p:nvSpPr>
            <p:spPr bwMode="auto">
              <a:xfrm>
                <a:off x="3507613" y="514237"/>
                <a:ext cx="3813174" cy="5365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7769B050-DA3A-34FD-62A5-0021A35C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7613" y="514237"/>
                <a:ext cx="3813174" cy="536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9">
            <a:extLst>
              <a:ext uri="{FF2B5EF4-FFF2-40B4-BE49-F238E27FC236}">
                <a16:creationId xmlns:a16="http://schemas.microsoft.com/office/drawing/2014/main" id="{F63B0DDB-FE7D-36A4-2BDA-CB7917A4A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651342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21FDC21A-AD96-D6D4-91B8-7D89BF0D428E}"/>
                  </a:ext>
                </a:extLst>
              </p:cNvPr>
              <p:cNvSpPr txBox="1"/>
              <p:nvPr/>
            </p:nvSpPr>
            <p:spPr bwMode="auto">
              <a:xfrm>
                <a:off x="3871849" y="3638401"/>
                <a:ext cx="5156835" cy="565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)=0,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𝐺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21FDC21A-AD96-D6D4-91B8-7D89BF0D4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1849" y="3638401"/>
                <a:ext cx="5156835" cy="5651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0">
            <a:extLst>
              <a:ext uri="{FF2B5EF4-FFF2-40B4-BE49-F238E27FC236}">
                <a16:creationId xmlns:a16="http://schemas.microsoft.com/office/drawing/2014/main" id="{4D988816-CE11-C134-321F-05DDC9AA8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813144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974D3B7B-8500-2829-580D-62B44A1FDE42}"/>
                  </a:ext>
                </a:extLst>
              </p:cNvPr>
              <p:cNvSpPr txBox="1"/>
              <p:nvPr/>
            </p:nvSpPr>
            <p:spPr bwMode="auto">
              <a:xfrm>
                <a:off x="8917368" y="3661875"/>
                <a:ext cx="2040700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974D3B7B-8500-2829-580D-62B44A1FD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17368" y="3661875"/>
                <a:ext cx="2040700" cy="5191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3">
            <a:extLst>
              <a:ext uri="{FF2B5EF4-FFF2-40B4-BE49-F238E27FC236}">
                <a16:creationId xmlns:a16="http://schemas.microsoft.com/office/drawing/2014/main" id="{24425004-302C-662C-B393-AD1C78720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4793" y="5132925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单值连续函数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4">
                <a:extLst>
                  <a:ext uri="{FF2B5EF4-FFF2-40B4-BE49-F238E27FC236}">
                    <a16:creationId xmlns:a16="http://schemas.microsoft.com/office/drawing/2014/main" id="{18669103-09F1-92E2-52FB-DDBAE19F8307}"/>
                  </a:ext>
                </a:extLst>
              </p:cNvPr>
              <p:cNvSpPr txBox="1"/>
              <p:nvPr/>
            </p:nvSpPr>
            <p:spPr bwMode="auto">
              <a:xfrm>
                <a:off x="7028053" y="5100576"/>
                <a:ext cx="4211637" cy="5587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44">
                <a:extLst>
                  <a:ext uri="{FF2B5EF4-FFF2-40B4-BE49-F238E27FC236}">
                    <a16:creationId xmlns:a16="http://schemas.microsoft.com/office/drawing/2014/main" id="{18669103-09F1-92E2-52FB-DDBAE19F8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8053" y="5100576"/>
                <a:ext cx="4211637" cy="5587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45">
            <a:extLst>
              <a:ext uri="{FF2B5EF4-FFF2-40B4-BE49-F238E27FC236}">
                <a16:creationId xmlns:a16="http://schemas.microsoft.com/office/drawing/2014/main" id="{FA294381-C54D-A8B3-53CE-1CEF6D7E0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044" y="5797825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且有偏导数公式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p:sp>
        <p:nvSpPr>
          <p:cNvPr id="25" name="Text Box 66">
            <a:extLst>
              <a:ext uri="{FF2B5EF4-FFF2-40B4-BE49-F238E27FC236}">
                <a16:creationId xmlns:a16="http://schemas.microsoft.com/office/drawing/2014/main" id="{F2FA430F-103E-5709-9782-283B652E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1234612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在点</a:t>
            </a:r>
          </a:p>
        </p:txBody>
      </p:sp>
      <p:sp>
        <p:nvSpPr>
          <p:cNvPr id="26" name="Text Box 75">
            <a:extLst>
              <a:ext uri="{FF2B5EF4-FFF2-40B4-BE49-F238E27FC236}">
                <a16:creationId xmlns:a16="http://schemas.microsoft.com/office/drawing/2014/main" id="{60AB788C-FEFF-D379-8E9C-639B813A7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1906682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  <p:sp>
        <p:nvSpPr>
          <p:cNvPr id="27" name="Text Box 76">
            <a:extLst>
              <a:ext uri="{FF2B5EF4-FFF2-40B4-BE49-F238E27FC236}">
                <a16:creationId xmlns:a16="http://schemas.microsoft.com/office/drawing/2014/main" id="{2CEC62C8-0193-43C7-13A2-F21D0246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4434745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的某一邻域内可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唯一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确定一组满足条件</a:t>
            </a:r>
          </a:p>
        </p:txBody>
      </p:sp>
      <p:sp>
        <p:nvSpPr>
          <p:cNvPr id="28" name="Text Box 78">
            <a:extLst>
              <a:ext uri="{FF2B5EF4-FFF2-40B4-BE49-F238E27FC236}">
                <a16:creationId xmlns:a16="http://schemas.microsoft.com/office/drawing/2014/main" id="{8667EA16-1E86-74B3-E6AA-004499DF9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696" y="495535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满足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79">
                <a:extLst>
                  <a:ext uri="{FF2B5EF4-FFF2-40B4-BE49-F238E27FC236}">
                    <a16:creationId xmlns:a16="http://schemas.microsoft.com/office/drawing/2014/main" id="{7F0ADED0-C53E-025A-C17B-CE89AEA5DF09}"/>
                  </a:ext>
                </a:extLst>
              </p:cNvPr>
              <p:cNvSpPr txBox="1"/>
              <p:nvPr/>
            </p:nvSpPr>
            <p:spPr bwMode="auto">
              <a:xfrm>
                <a:off x="2953547" y="2602997"/>
                <a:ext cx="3505674" cy="11080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𝐽</m:t>
                      </m:r>
                      <m:d>
                        <m:dPr>
                          <m:begChr m:val="|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𝑃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|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𝑃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≠0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79">
                <a:extLst>
                  <a:ext uri="{FF2B5EF4-FFF2-40B4-BE49-F238E27FC236}">
                    <a16:creationId xmlns:a16="http://schemas.microsoft.com/office/drawing/2014/main" id="{7F0ADED0-C53E-025A-C17B-CE89AEA5D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3547" y="2602997"/>
                <a:ext cx="3505674" cy="11080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81">
                <a:extLst>
                  <a:ext uri="{FF2B5EF4-FFF2-40B4-BE49-F238E27FC236}">
                    <a16:creationId xmlns:a16="http://schemas.microsoft.com/office/drawing/2014/main" id="{CDE69016-5C82-6640-7641-97F50885ACEA}"/>
                  </a:ext>
                </a:extLst>
              </p:cNvPr>
              <p:cNvSpPr txBox="1"/>
              <p:nvPr/>
            </p:nvSpPr>
            <p:spPr bwMode="auto">
              <a:xfrm>
                <a:off x="6098030" y="1932363"/>
                <a:ext cx="3406142" cy="560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𝐺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81">
                <a:extLst>
                  <a:ext uri="{FF2B5EF4-FFF2-40B4-BE49-F238E27FC236}">
                    <a16:creationId xmlns:a16="http://schemas.microsoft.com/office/drawing/2014/main" id="{CDE69016-5C82-6640-7641-97F50885A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8030" y="1932363"/>
                <a:ext cx="3406142" cy="5603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84">
                <a:extLst>
                  <a:ext uri="{FF2B5EF4-FFF2-40B4-BE49-F238E27FC236}">
                    <a16:creationId xmlns:a16="http://schemas.microsoft.com/office/drawing/2014/main" id="{BC004D04-4C9D-201D-983B-44F6D6FA66E9}"/>
                  </a:ext>
                </a:extLst>
              </p:cNvPr>
              <p:cNvSpPr txBox="1"/>
              <p:nvPr/>
            </p:nvSpPr>
            <p:spPr bwMode="auto">
              <a:xfrm>
                <a:off x="8392793" y="4411725"/>
                <a:ext cx="2610995" cy="565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84">
                <a:extLst>
                  <a:ext uri="{FF2B5EF4-FFF2-40B4-BE49-F238E27FC236}">
                    <a16:creationId xmlns:a16="http://schemas.microsoft.com/office/drawing/2014/main" id="{BC004D04-4C9D-201D-983B-44F6D6FA6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2793" y="4411725"/>
                <a:ext cx="2610995" cy="5651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92">
                <a:extLst>
                  <a:ext uri="{FF2B5EF4-FFF2-40B4-BE49-F238E27FC236}">
                    <a16:creationId xmlns:a16="http://schemas.microsoft.com/office/drawing/2014/main" id="{5C93BF51-62E8-15AE-EE5D-C3DC27E7E68A}"/>
                  </a:ext>
                </a:extLst>
              </p:cNvPr>
              <p:cNvSpPr txBox="1"/>
              <p:nvPr/>
            </p:nvSpPr>
            <p:spPr bwMode="auto">
              <a:xfrm>
                <a:off x="2384425" y="5104055"/>
                <a:ext cx="2874962" cy="5746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92">
                <a:extLst>
                  <a:ext uri="{FF2B5EF4-FFF2-40B4-BE49-F238E27FC236}">
                    <a16:creationId xmlns:a16="http://schemas.microsoft.com/office/drawing/2014/main" id="{5C93BF51-62E8-15AE-EE5D-C3DC27E7E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4425" y="5104055"/>
                <a:ext cx="2874962" cy="5746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utoUpdateAnimBg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20A69ACD-7A7D-AC64-BBE8-A5D1C63E3B9B}"/>
                  </a:ext>
                </a:extLst>
              </p:cNvPr>
              <p:cNvSpPr txBox="1"/>
              <p:nvPr/>
            </p:nvSpPr>
            <p:spPr bwMode="auto">
              <a:xfrm>
                <a:off x="1720939" y="497024"/>
                <a:ext cx="2995295" cy="1125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4">
                <a:extLst>
                  <a:ext uri="{FF2B5EF4-FFF2-40B4-BE49-F238E27FC236}">
                    <a16:creationId xmlns:a16="http://schemas.microsoft.com/office/drawing/2014/main" id="{20A69ACD-7A7D-AC64-BBE8-A5D1C63E3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939" y="497024"/>
                <a:ext cx="2995295" cy="1125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7">
                <a:extLst>
                  <a:ext uri="{FF2B5EF4-FFF2-40B4-BE49-F238E27FC236}">
                    <a16:creationId xmlns:a16="http://schemas.microsoft.com/office/drawing/2014/main" id="{9E66B5A4-BB80-450A-B44B-65A79782F9D6}"/>
                  </a:ext>
                </a:extLst>
              </p:cNvPr>
              <p:cNvSpPr txBox="1"/>
              <p:nvPr/>
            </p:nvSpPr>
            <p:spPr bwMode="auto">
              <a:xfrm>
                <a:off x="1720939" y="2046622"/>
                <a:ext cx="2893850" cy="10747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27">
                <a:extLst>
                  <a:ext uri="{FF2B5EF4-FFF2-40B4-BE49-F238E27FC236}">
                    <a16:creationId xmlns:a16="http://schemas.microsoft.com/office/drawing/2014/main" id="{9E66B5A4-BB80-450A-B44B-65A79782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939" y="2046622"/>
                <a:ext cx="2893850" cy="10747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28">
            <a:extLst>
              <a:ext uri="{FF2B5EF4-FFF2-40B4-BE49-F238E27FC236}">
                <a16:creationId xmlns:a16="http://schemas.microsoft.com/office/drawing/2014/main" id="{7FE8DDC1-0FAF-02DC-42B4-6AA91C871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640" y="1469209"/>
            <a:ext cx="228600" cy="0"/>
          </a:xfrm>
          <a:prstGeom prst="line">
            <a:avLst/>
          </a:prstGeom>
          <a:noFill/>
          <a:ln w="38100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0">
                <a:extLst>
                  <a:ext uri="{FF2B5EF4-FFF2-40B4-BE49-F238E27FC236}">
                    <a16:creationId xmlns:a16="http://schemas.microsoft.com/office/drawing/2014/main" id="{F152663D-1F9C-C4BC-CC3C-543E7B618654}"/>
                  </a:ext>
                </a:extLst>
              </p:cNvPr>
              <p:cNvSpPr txBox="1"/>
              <p:nvPr/>
            </p:nvSpPr>
            <p:spPr bwMode="auto">
              <a:xfrm>
                <a:off x="1720939" y="3563207"/>
                <a:ext cx="3258822" cy="10747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30">
                <a:extLst>
                  <a:ext uri="{FF2B5EF4-FFF2-40B4-BE49-F238E27FC236}">
                    <a16:creationId xmlns:a16="http://schemas.microsoft.com/office/drawing/2014/main" id="{F152663D-1F9C-C4BC-CC3C-543E7B618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939" y="3563207"/>
                <a:ext cx="3258822" cy="1074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31">
            <a:extLst>
              <a:ext uri="{FF2B5EF4-FFF2-40B4-BE49-F238E27FC236}">
                <a16:creationId xmlns:a16="http://schemas.microsoft.com/office/drawing/2014/main" id="{0E4FBAF4-94EA-A8F4-30CB-5D71E438B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640" y="3019669"/>
            <a:ext cx="228600" cy="0"/>
          </a:xfrm>
          <a:prstGeom prst="line">
            <a:avLst/>
          </a:prstGeom>
          <a:noFill/>
          <a:ln w="38100">
            <a:solidFill>
              <a:srgbClr val="4A7BA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0B234DF7-1BCE-9C05-8C2C-70736724684E}"/>
                  </a:ext>
                </a:extLst>
              </p:cNvPr>
              <p:cNvSpPr txBox="1"/>
              <p:nvPr/>
            </p:nvSpPr>
            <p:spPr bwMode="auto">
              <a:xfrm>
                <a:off x="1720939" y="4973109"/>
                <a:ext cx="3402012" cy="12398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𝐹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𝐺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0B234DF7-1BCE-9C05-8C2C-707367246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939" y="4973109"/>
                <a:ext cx="3402012" cy="12398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46">
            <a:extLst>
              <a:ext uri="{FF2B5EF4-FFF2-40B4-BE49-F238E27FC236}">
                <a16:creationId xmlns:a16="http://schemas.microsoft.com/office/drawing/2014/main" id="{1E5714C3-A7A2-AA2E-B172-602466DE1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079" y="4881726"/>
            <a:ext cx="2133600" cy="1382712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定理证明略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仅推导偏导数公式如下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: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0">
                <a:extLst>
                  <a:ext uri="{FF2B5EF4-FFF2-40B4-BE49-F238E27FC236}">
                    <a16:creationId xmlns:a16="http://schemas.microsoft.com/office/drawing/2014/main" id="{215E4600-385F-6CB9-02B0-0AB01E067452}"/>
                  </a:ext>
                </a:extLst>
              </p:cNvPr>
              <p:cNvSpPr txBox="1"/>
              <p:nvPr/>
            </p:nvSpPr>
            <p:spPr bwMode="auto">
              <a:xfrm>
                <a:off x="4418238" y="456413"/>
                <a:ext cx="3981449" cy="17049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1 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 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50">
                <a:extLst>
                  <a:ext uri="{FF2B5EF4-FFF2-40B4-BE49-F238E27FC236}">
                    <a16:creationId xmlns:a16="http://schemas.microsoft.com/office/drawing/2014/main" id="{215E4600-385F-6CB9-02B0-0AB01E06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8238" y="456413"/>
                <a:ext cx="3981449" cy="17049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1">
                <a:extLst>
                  <a:ext uri="{FF2B5EF4-FFF2-40B4-BE49-F238E27FC236}">
                    <a16:creationId xmlns:a16="http://schemas.microsoft.com/office/drawing/2014/main" id="{60E650B4-9C47-9064-7165-893215300793}"/>
                  </a:ext>
                </a:extLst>
              </p:cNvPr>
              <p:cNvSpPr txBox="1"/>
              <p:nvPr/>
            </p:nvSpPr>
            <p:spPr bwMode="auto">
              <a:xfrm>
                <a:off x="4418238" y="2022384"/>
                <a:ext cx="4178301" cy="14844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 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  <m:mr>
                              <m:e/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1">
                <a:extLst>
                  <a:ext uri="{FF2B5EF4-FFF2-40B4-BE49-F238E27FC236}">
                    <a16:creationId xmlns:a16="http://schemas.microsoft.com/office/drawing/2014/main" id="{60E650B4-9C47-9064-7165-893215300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8238" y="2022384"/>
                <a:ext cx="4178301" cy="1484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2">
                <a:extLst>
                  <a:ext uri="{FF2B5EF4-FFF2-40B4-BE49-F238E27FC236}">
                    <a16:creationId xmlns:a16="http://schemas.microsoft.com/office/drawing/2014/main" id="{1EAC9555-DF11-CBD8-1930-3CE222DE4CE1}"/>
                  </a:ext>
                </a:extLst>
              </p:cNvPr>
              <p:cNvSpPr txBox="1"/>
              <p:nvPr/>
            </p:nvSpPr>
            <p:spPr bwMode="auto">
              <a:xfrm>
                <a:off x="4418238" y="3535764"/>
                <a:ext cx="3981449" cy="14186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52">
                <a:extLst>
                  <a:ext uri="{FF2B5EF4-FFF2-40B4-BE49-F238E27FC236}">
                    <a16:creationId xmlns:a16="http://schemas.microsoft.com/office/drawing/2014/main" id="{1EAC9555-DF11-CBD8-1930-3CE222DE4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8238" y="3535764"/>
                <a:ext cx="3981449" cy="14186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3">
                <a:extLst>
                  <a:ext uri="{FF2B5EF4-FFF2-40B4-BE49-F238E27FC236}">
                    <a16:creationId xmlns:a16="http://schemas.microsoft.com/office/drawing/2014/main" id="{0EC0E2C2-2773-4E27-FF17-CA41A927B01C}"/>
                  </a:ext>
                </a:extLst>
              </p:cNvPr>
              <p:cNvSpPr txBox="1"/>
              <p:nvPr/>
            </p:nvSpPr>
            <p:spPr bwMode="auto">
              <a:xfrm>
                <a:off x="4418238" y="4944868"/>
                <a:ext cx="3981449" cy="1620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cs typeface="黑体" panose="02010609060101010101" pitchFamily="49" charset="-122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53">
                <a:extLst>
                  <a:ext uri="{FF2B5EF4-FFF2-40B4-BE49-F238E27FC236}">
                    <a16:creationId xmlns:a16="http://schemas.microsoft.com/office/drawing/2014/main" id="{0EC0E2C2-2773-4E27-FF17-CA41A927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8238" y="4944868"/>
                <a:ext cx="3981449" cy="16209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2">
                <a:extLst>
                  <a:ext uri="{FF2B5EF4-FFF2-40B4-BE49-F238E27FC236}">
                    <a16:creationId xmlns:a16="http://schemas.microsoft.com/office/drawing/2014/main" id="{575C63EF-ADF2-7D29-8173-73164A688196}"/>
                  </a:ext>
                </a:extLst>
              </p:cNvPr>
              <p:cNvSpPr txBox="1"/>
              <p:nvPr/>
            </p:nvSpPr>
            <p:spPr bwMode="auto">
              <a:xfrm>
                <a:off x="6907598" y="583384"/>
                <a:ext cx="4699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62">
                <a:extLst>
                  <a:ext uri="{FF2B5EF4-FFF2-40B4-BE49-F238E27FC236}">
                    <a16:creationId xmlns:a16="http://schemas.microsoft.com/office/drawing/2014/main" id="{575C63EF-ADF2-7D29-8173-73164A688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7598" y="583384"/>
                <a:ext cx="469900" cy="952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63">
                <a:extLst>
                  <a:ext uri="{FF2B5EF4-FFF2-40B4-BE49-F238E27FC236}">
                    <a16:creationId xmlns:a16="http://schemas.microsoft.com/office/drawing/2014/main" id="{DB83C786-9920-3F58-1EE1-441D8C357C49}"/>
                  </a:ext>
                </a:extLst>
              </p:cNvPr>
              <p:cNvSpPr txBox="1"/>
              <p:nvPr/>
            </p:nvSpPr>
            <p:spPr bwMode="auto">
              <a:xfrm>
                <a:off x="6907598" y="2130085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63">
                <a:extLst>
                  <a:ext uri="{FF2B5EF4-FFF2-40B4-BE49-F238E27FC236}">
                    <a16:creationId xmlns:a16="http://schemas.microsoft.com/office/drawing/2014/main" id="{DB83C786-9920-3F58-1EE1-441D8C35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7598" y="2130085"/>
                <a:ext cx="482600" cy="1003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64">
                <a:extLst>
                  <a:ext uri="{FF2B5EF4-FFF2-40B4-BE49-F238E27FC236}">
                    <a16:creationId xmlns:a16="http://schemas.microsoft.com/office/drawing/2014/main" id="{026A18AF-ED6F-1016-0D27-603E87DB77BB}"/>
                  </a:ext>
                </a:extLst>
              </p:cNvPr>
              <p:cNvSpPr txBox="1"/>
              <p:nvPr/>
            </p:nvSpPr>
            <p:spPr bwMode="auto">
              <a:xfrm>
                <a:off x="7494815" y="3662886"/>
                <a:ext cx="469900" cy="9764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64">
                <a:extLst>
                  <a:ext uri="{FF2B5EF4-FFF2-40B4-BE49-F238E27FC236}">
                    <a16:creationId xmlns:a16="http://schemas.microsoft.com/office/drawing/2014/main" id="{026A18AF-ED6F-1016-0D27-603E87DB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4815" y="3662886"/>
                <a:ext cx="469900" cy="9764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5">
                <a:extLst>
                  <a:ext uri="{FF2B5EF4-FFF2-40B4-BE49-F238E27FC236}">
                    <a16:creationId xmlns:a16="http://schemas.microsoft.com/office/drawing/2014/main" id="{AC0D17B0-CF52-4275-0CF4-881297A5073A}"/>
                  </a:ext>
                </a:extLst>
              </p:cNvPr>
              <p:cNvSpPr txBox="1"/>
              <p:nvPr/>
            </p:nvSpPr>
            <p:spPr bwMode="auto">
              <a:xfrm>
                <a:off x="7551965" y="5081876"/>
                <a:ext cx="4826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65">
                <a:extLst>
                  <a:ext uri="{FF2B5EF4-FFF2-40B4-BE49-F238E27FC236}">
                    <a16:creationId xmlns:a16="http://schemas.microsoft.com/office/drawing/2014/main" id="{AC0D17B0-CF52-4275-0CF4-881297A50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1965" y="5081876"/>
                <a:ext cx="482600" cy="1003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ine 31">
            <a:extLst>
              <a:ext uri="{FF2B5EF4-FFF2-40B4-BE49-F238E27FC236}">
                <a16:creationId xmlns:a16="http://schemas.microsoft.com/office/drawing/2014/main" id="{DEC20108-EBA9-B9DD-453A-CC3946508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7070" y="4528429"/>
            <a:ext cx="228600" cy="0"/>
          </a:xfrm>
          <a:prstGeom prst="line">
            <a:avLst/>
          </a:prstGeom>
          <a:noFill/>
          <a:ln w="38100">
            <a:solidFill>
              <a:srgbClr val="A9D18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20" name="Line 31">
            <a:extLst>
              <a:ext uri="{FF2B5EF4-FFF2-40B4-BE49-F238E27FC236}">
                <a16:creationId xmlns:a16="http://schemas.microsoft.com/office/drawing/2014/main" id="{E6CEF11C-03D7-3740-5595-850622B76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7070" y="5945749"/>
            <a:ext cx="228600" cy="0"/>
          </a:xfrm>
          <a:prstGeom prst="line">
            <a:avLst/>
          </a:prstGeom>
          <a:noFill/>
          <a:ln w="38100">
            <a:solidFill>
              <a:srgbClr val="BBBBB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035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 animBg="1"/>
      <p:bldP spid="8" grpId="0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7196C8E7-2B2F-C5C6-6CF6-21E18E0DA206}"/>
                  </a:ext>
                </a:extLst>
              </p:cNvPr>
              <p:cNvSpPr txBox="1"/>
              <p:nvPr/>
            </p:nvSpPr>
            <p:spPr bwMode="auto">
              <a:xfrm>
                <a:off x="3454400" y="1949673"/>
                <a:ext cx="4608883" cy="12201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𝐹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))≡0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𝐺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))≡0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8">
                <a:extLst>
                  <a:ext uri="{FF2B5EF4-FFF2-40B4-BE49-F238E27FC236}">
                    <a16:creationId xmlns:a16="http://schemas.microsoft.com/office/drawing/2014/main" id="{7196C8E7-2B2F-C5C6-6CF6-21E18E0DA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400" y="1949673"/>
                <a:ext cx="4608883" cy="1220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85">
                <a:extLst>
                  <a:ext uri="{FF2B5EF4-FFF2-40B4-BE49-F238E27FC236}">
                    <a16:creationId xmlns:a16="http://schemas.microsoft.com/office/drawing/2014/main" id="{803AABE9-5C7A-06AB-5D8B-2993483F5516}"/>
                  </a:ext>
                </a:extLst>
              </p:cNvPr>
              <p:cNvSpPr txBox="1"/>
              <p:nvPr/>
            </p:nvSpPr>
            <p:spPr bwMode="auto">
              <a:xfrm>
                <a:off x="1914193" y="5060096"/>
                <a:ext cx="5115522" cy="1095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这是关于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,​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的线性方程组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85">
                <a:extLst>
                  <a:ext uri="{FF2B5EF4-FFF2-40B4-BE49-F238E27FC236}">
                    <a16:creationId xmlns:a16="http://schemas.microsoft.com/office/drawing/2014/main" id="{803AABE9-5C7A-06AB-5D8B-2993483F5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193" y="5060096"/>
                <a:ext cx="5115522" cy="1095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14B295A9-CDC0-469F-4DFB-E02A984F3964}"/>
                  </a:ext>
                </a:extLst>
              </p:cNvPr>
              <p:cNvSpPr txBox="1"/>
              <p:nvPr/>
            </p:nvSpPr>
            <p:spPr bwMode="auto">
              <a:xfrm>
                <a:off x="3454400" y="777627"/>
                <a:ext cx="2962037" cy="10653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𝐹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𝐺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14B295A9-CDC0-469F-4DFB-E02A984F3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400" y="777627"/>
                <a:ext cx="2962037" cy="1065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6A407474-F05A-E339-16C1-CA6B0A07D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3195" y="1067241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有隐函数组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2D59A56F-5613-ABE5-CF33-8C3B00576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193" y="2230897"/>
            <a:ext cx="609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7A81920D-32A0-53E4-7CE5-6B5522742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4193" y="3792508"/>
                <a:ext cx="3180795" cy="480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两边对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求导得</a:t>
                </a:r>
              </a:p>
            </p:txBody>
          </p:sp>
        </mc:Choice>
        <mc:Fallback xmlns="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7A81920D-32A0-53E4-7CE5-6B5522742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4193" y="3792508"/>
                <a:ext cx="3180795" cy="480131"/>
              </a:xfrm>
              <a:prstGeom prst="rect">
                <a:avLst/>
              </a:prstGeom>
              <a:blipFill>
                <a:blip r:embed="rId6"/>
                <a:stretch>
                  <a:fillRect l="-3831" t="-24051" b="-316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5DBC6EE2-8901-3831-9C61-755F9AB9E4F3}"/>
                  </a:ext>
                </a:extLst>
              </p:cNvPr>
              <p:cNvSpPr txBox="1"/>
              <p:nvPr/>
            </p:nvSpPr>
            <p:spPr bwMode="auto">
              <a:xfrm>
                <a:off x="8160511" y="778271"/>
                <a:ext cx="2747168" cy="1372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5DBC6EE2-8901-3831-9C61-755F9AB9E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0511" y="778271"/>
                <a:ext cx="2747168" cy="13727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69">
            <a:extLst>
              <a:ext uri="{FF2B5EF4-FFF2-40B4-BE49-F238E27FC236}">
                <a16:creationId xmlns:a16="http://schemas.microsoft.com/office/drawing/2014/main" id="{79A30B06-56FF-F690-D7FD-00A0CDE6D2AB}"/>
              </a:ext>
            </a:extLst>
          </p:cNvPr>
          <p:cNvGrpSpPr>
            <a:grpSpLocks/>
          </p:cNvGrpSpPr>
          <p:nvPr/>
        </p:nvGrpSpPr>
        <p:grpSpPr bwMode="auto">
          <a:xfrm>
            <a:off x="4103711" y="2517697"/>
            <a:ext cx="2469040" cy="0"/>
            <a:chOff x="384" y="864"/>
            <a:chExt cx="1671" cy="0"/>
          </a:xfrm>
        </p:grpSpPr>
        <p:sp>
          <p:nvSpPr>
            <p:cNvPr id="10" name="Line 66">
              <a:extLst>
                <a:ext uri="{FF2B5EF4-FFF2-40B4-BE49-F238E27FC236}">
                  <a16:creationId xmlns:a16="http://schemas.microsoft.com/office/drawing/2014/main" id="{D3BD60AD-F102-0820-8038-C43D02473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1" name="Line 67">
              <a:extLst>
                <a:ext uri="{FF2B5EF4-FFF2-40B4-BE49-F238E27FC236}">
                  <a16:creationId xmlns:a16="http://schemas.microsoft.com/office/drawing/2014/main" id="{04E1A0DB-4BB6-83A2-26A8-7F83EAD61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12" name="Line 68">
              <a:extLst>
                <a:ext uri="{FF2B5EF4-FFF2-40B4-BE49-F238E27FC236}">
                  <a16:creationId xmlns:a16="http://schemas.microsoft.com/office/drawing/2014/main" id="{4058D96B-DE62-5C1F-6D3A-292A207DC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sp>
        <p:nvSpPr>
          <p:cNvPr id="21" name="Rectangle 82">
            <a:extLst>
              <a:ext uri="{FF2B5EF4-FFF2-40B4-BE49-F238E27FC236}">
                <a16:creationId xmlns:a16="http://schemas.microsoft.com/office/drawing/2014/main" id="{CEFC362D-74C2-6D77-6433-F3C7C38881EF}"/>
              </a:ext>
            </a:extLst>
          </p:cNvPr>
          <p:cNvSpPr txBox="1">
            <a:spLocks noChangeArrowheads="1"/>
          </p:cNvSpPr>
          <p:nvPr/>
        </p:nvSpPr>
        <p:spPr>
          <a:xfrm>
            <a:off x="1914193" y="965806"/>
            <a:ext cx="1752600" cy="688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3AE353F6-F1BF-BBE8-DFEB-6F588DD10AD9}"/>
                  </a:ext>
                </a:extLst>
              </p:cNvPr>
              <p:cNvSpPr txBox="1"/>
              <p:nvPr/>
            </p:nvSpPr>
            <p:spPr bwMode="auto">
              <a:xfrm>
                <a:off x="4469475" y="3484255"/>
                <a:ext cx="711200" cy="1367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eqArr>
                                    <m:eqArr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kumimoji="1" lang="zh-CN" altLang="en-US" sz="28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kumimoji="1" lang="zh-CN" altLang="en-US" sz="28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</m:mr>
                                            <m:mr>
                                              <m:e/>
                                            </m:mr>
                                          </m:m>
                                        </m:e>
                                      </m:eqArr>
                                    </m:e>
                                  </m:eqAr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3AE353F6-F1BF-BBE8-DFEB-6F588DD1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9475" y="3484255"/>
                <a:ext cx="711200" cy="13670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3">
                <a:extLst>
                  <a:ext uri="{FF2B5EF4-FFF2-40B4-BE49-F238E27FC236}">
                    <a16:creationId xmlns:a16="http://schemas.microsoft.com/office/drawing/2014/main" id="{CDD1AA09-6BA9-131C-EFF6-3A3679B493C0}"/>
                  </a:ext>
                </a:extLst>
              </p:cNvPr>
              <p:cNvSpPr txBox="1"/>
              <p:nvPr/>
            </p:nvSpPr>
            <p:spPr bwMode="auto">
              <a:xfrm>
                <a:off x="5740655" y="3130797"/>
                <a:ext cx="744803" cy="10823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33">
                <a:extLst>
                  <a:ext uri="{FF2B5EF4-FFF2-40B4-BE49-F238E27FC236}">
                    <a16:creationId xmlns:a16="http://schemas.microsoft.com/office/drawing/2014/main" id="{CDD1AA09-6BA9-131C-EFF6-3A3679B49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0655" y="3130797"/>
                <a:ext cx="744803" cy="10823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4">
                <a:extLst>
                  <a:ext uri="{FF2B5EF4-FFF2-40B4-BE49-F238E27FC236}">
                    <a16:creationId xmlns:a16="http://schemas.microsoft.com/office/drawing/2014/main" id="{CFBCBCD4-64A6-C2C8-065B-B7DE68D45B93}"/>
                  </a:ext>
                </a:extLst>
              </p:cNvPr>
              <p:cNvSpPr txBox="1"/>
              <p:nvPr/>
            </p:nvSpPr>
            <p:spPr bwMode="auto">
              <a:xfrm>
                <a:off x="7029715" y="3125996"/>
                <a:ext cx="685800" cy="1084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34">
                <a:extLst>
                  <a:ext uri="{FF2B5EF4-FFF2-40B4-BE49-F238E27FC236}">
                    <a16:creationId xmlns:a16="http://schemas.microsoft.com/office/drawing/2014/main" id="{CFBCBCD4-64A6-C2C8-065B-B7DE68D45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9715" y="3125996"/>
                <a:ext cx="685800" cy="10845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5">
                <a:extLst>
                  <a:ext uri="{FF2B5EF4-FFF2-40B4-BE49-F238E27FC236}">
                    <a16:creationId xmlns:a16="http://schemas.microsoft.com/office/drawing/2014/main" id="{2B8F52B3-6716-EE48-5E57-79442035030B}"/>
                  </a:ext>
                </a:extLst>
              </p:cNvPr>
              <p:cNvSpPr txBox="1"/>
              <p:nvPr/>
            </p:nvSpPr>
            <p:spPr bwMode="auto">
              <a:xfrm>
                <a:off x="5740655" y="4113396"/>
                <a:ext cx="699779" cy="1095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35">
                <a:extLst>
                  <a:ext uri="{FF2B5EF4-FFF2-40B4-BE49-F238E27FC236}">
                    <a16:creationId xmlns:a16="http://schemas.microsoft.com/office/drawing/2014/main" id="{2B8F52B3-6716-EE48-5E57-794420350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0655" y="4113396"/>
                <a:ext cx="699779" cy="10953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6">
                <a:extLst>
                  <a:ext uri="{FF2B5EF4-FFF2-40B4-BE49-F238E27FC236}">
                    <a16:creationId xmlns:a16="http://schemas.microsoft.com/office/drawing/2014/main" id="{68E91F7F-0369-7960-F2B6-B398E5894C2B}"/>
                  </a:ext>
                </a:extLst>
              </p:cNvPr>
              <p:cNvSpPr txBox="1"/>
              <p:nvPr/>
            </p:nvSpPr>
            <p:spPr bwMode="auto">
              <a:xfrm>
                <a:off x="7029715" y="4105921"/>
                <a:ext cx="699779" cy="1185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6">
                <a:extLst>
                  <a:ext uri="{FF2B5EF4-FFF2-40B4-BE49-F238E27FC236}">
                    <a16:creationId xmlns:a16="http://schemas.microsoft.com/office/drawing/2014/main" id="{68E91F7F-0369-7960-F2B6-B398E5894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9715" y="4105921"/>
                <a:ext cx="699779" cy="11854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54">
                <a:extLst>
                  <a:ext uri="{FF2B5EF4-FFF2-40B4-BE49-F238E27FC236}">
                    <a16:creationId xmlns:a16="http://schemas.microsoft.com/office/drawing/2014/main" id="{8A4AE9BB-14EA-D105-679A-B1BD58955E26}"/>
                  </a:ext>
                </a:extLst>
              </p:cNvPr>
              <p:cNvSpPr txBox="1"/>
              <p:nvPr/>
            </p:nvSpPr>
            <p:spPr bwMode="auto">
              <a:xfrm>
                <a:off x="4707366" y="3349236"/>
                <a:ext cx="478328" cy="6670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54">
                <a:extLst>
                  <a:ext uri="{FF2B5EF4-FFF2-40B4-BE49-F238E27FC236}">
                    <a16:creationId xmlns:a16="http://schemas.microsoft.com/office/drawing/2014/main" id="{8A4AE9BB-14EA-D105-679A-B1BD58955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7366" y="3349236"/>
                <a:ext cx="478328" cy="6670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55">
                <a:extLst>
                  <a:ext uri="{FF2B5EF4-FFF2-40B4-BE49-F238E27FC236}">
                    <a16:creationId xmlns:a16="http://schemas.microsoft.com/office/drawing/2014/main" id="{965603D3-6F5B-163F-869F-72E24C38D9C8}"/>
                  </a:ext>
                </a:extLst>
              </p:cNvPr>
              <p:cNvSpPr txBox="1"/>
              <p:nvPr/>
            </p:nvSpPr>
            <p:spPr bwMode="auto">
              <a:xfrm>
                <a:off x="5044057" y="3349236"/>
                <a:ext cx="848125" cy="6670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55">
                <a:extLst>
                  <a:ext uri="{FF2B5EF4-FFF2-40B4-BE49-F238E27FC236}">
                    <a16:creationId xmlns:a16="http://schemas.microsoft.com/office/drawing/2014/main" id="{965603D3-6F5B-163F-869F-72E24C38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4057" y="3349236"/>
                <a:ext cx="848125" cy="6670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56">
                <a:extLst>
                  <a:ext uri="{FF2B5EF4-FFF2-40B4-BE49-F238E27FC236}">
                    <a16:creationId xmlns:a16="http://schemas.microsoft.com/office/drawing/2014/main" id="{A7ECD2E5-1C68-B172-63C5-44C4F3C60D97}"/>
                  </a:ext>
                </a:extLst>
              </p:cNvPr>
              <p:cNvSpPr txBox="1"/>
              <p:nvPr/>
            </p:nvSpPr>
            <p:spPr bwMode="auto">
              <a:xfrm>
                <a:off x="6366996" y="3343822"/>
                <a:ext cx="848125" cy="6365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56">
                <a:extLst>
                  <a:ext uri="{FF2B5EF4-FFF2-40B4-BE49-F238E27FC236}">
                    <a16:creationId xmlns:a16="http://schemas.microsoft.com/office/drawing/2014/main" id="{A7ECD2E5-1C68-B172-63C5-44C4F3C60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996" y="3343822"/>
                <a:ext cx="848125" cy="6365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7">
                <a:extLst>
                  <a:ext uri="{FF2B5EF4-FFF2-40B4-BE49-F238E27FC236}">
                    <a16:creationId xmlns:a16="http://schemas.microsoft.com/office/drawing/2014/main" id="{7EB1A489-5022-CDAE-02A7-79BFE2F34BAD}"/>
                  </a:ext>
                </a:extLst>
              </p:cNvPr>
              <p:cNvSpPr txBox="1"/>
              <p:nvPr/>
            </p:nvSpPr>
            <p:spPr bwMode="auto">
              <a:xfrm>
                <a:off x="7761962" y="3368259"/>
                <a:ext cx="1062848" cy="539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57">
                <a:extLst>
                  <a:ext uri="{FF2B5EF4-FFF2-40B4-BE49-F238E27FC236}">
                    <a16:creationId xmlns:a16="http://schemas.microsoft.com/office/drawing/2014/main" id="{7EB1A489-5022-CDAE-02A7-79BFE2F34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1962" y="3368259"/>
                <a:ext cx="1062848" cy="5394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58">
                <a:extLst>
                  <a:ext uri="{FF2B5EF4-FFF2-40B4-BE49-F238E27FC236}">
                    <a16:creationId xmlns:a16="http://schemas.microsoft.com/office/drawing/2014/main" id="{5130D5AC-38EE-39CE-1CE3-E585F1299412}"/>
                  </a:ext>
                </a:extLst>
              </p:cNvPr>
              <p:cNvSpPr txBox="1"/>
              <p:nvPr/>
            </p:nvSpPr>
            <p:spPr bwMode="auto">
              <a:xfrm>
                <a:off x="4679389" y="4318289"/>
                <a:ext cx="558800" cy="6968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58">
                <a:extLst>
                  <a:ext uri="{FF2B5EF4-FFF2-40B4-BE49-F238E27FC236}">
                    <a16:creationId xmlns:a16="http://schemas.microsoft.com/office/drawing/2014/main" id="{5130D5AC-38EE-39CE-1CE3-E585F1299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9389" y="4318289"/>
                <a:ext cx="558800" cy="69685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59">
                <a:extLst>
                  <a:ext uri="{FF2B5EF4-FFF2-40B4-BE49-F238E27FC236}">
                    <a16:creationId xmlns:a16="http://schemas.microsoft.com/office/drawing/2014/main" id="{7ADA4C3E-0919-74E9-6121-8C0087EA2D6E}"/>
                  </a:ext>
                </a:extLst>
              </p:cNvPr>
              <p:cNvSpPr txBox="1"/>
              <p:nvPr/>
            </p:nvSpPr>
            <p:spPr bwMode="auto">
              <a:xfrm>
                <a:off x="5061923" y="4324932"/>
                <a:ext cx="7112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59">
                <a:extLst>
                  <a:ext uri="{FF2B5EF4-FFF2-40B4-BE49-F238E27FC236}">
                    <a16:creationId xmlns:a16="http://schemas.microsoft.com/office/drawing/2014/main" id="{7ADA4C3E-0919-74E9-6121-8C0087EA2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1923" y="4324932"/>
                <a:ext cx="711200" cy="444500"/>
              </a:xfrm>
              <a:prstGeom prst="rect">
                <a:avLst/>
              </a:prstGeom>
              <a:blipFill>
                <a:blip r:embed="rId18"/>
                <a:stretch>
                  <a:fillRect r="-1709"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60">
                <a:extLst>
                  <a:ext uri="{FF2B5EF4-FFF2-40B4-BE49-F238E27FC236}">
                    <a16:creationId xmlns:a16="http://schemas.microsoft.com/office/drawing/2014/main" id="{4745B161-4AF8-C839-EE78-AE0E4551FAAD}"/>
                  </a:ext>
                </a:extLst>
              </p:cNvPr>
              <p:cNvSpPr txBox="1"/>
              <p:nvPr/>
            </p:nvSpPr>
            <p:spPr bwMode="auto">
              <a:xfrm>
                <a:off x="6366996" y="4329297"/>
                <a:ext cx="848125" cy="619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60">
                <a:extLst>
                  <a:ext uri="{FF2B5EF4-FFF2-40B4-BE49-F238E27FC236}">
                    <a16:creationId xmlns:a16="http://schemas.microsoft.com/office/drawing/2014/main" id="{4745B161-4AF8-C839-EE78-AE0E4551F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996" y="4329297"/>
                <a:ext cx="848125" cy="6194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89">
                <a:extLst>
                  <a:ext uri="{FF2B5EF4-FFF2-40B4-BE49-F238E27FC236}">
                    <a16:creationId xmlns:a16="http://schemas.microsoft.com/office/drawing/2014/main" id="{FDEF4C86-7FE3-0F81-C96C-B33B8D1A3B58}"/>
                  </a:ext>
                </a:extLst>
              </p:cNvPr>
              <p:cNvSpPr txBox="1"/>
              <p:nvPr/>
            </p:nvSpPr>
            <p:spPr bwMode="auto">
              <a:xfrm>
                <a:off x="7761962" y="4348347"/>
                <a:ext cx="801366" cy="611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89">
                <a:extLst>
                  <a:ext uri="{FF2B5EF4-FFF2-40B4-BE49-F238E27FC236}">
                    <a16:creationId xmlns:a16="http://schemas.microsoft.com/office/drawing/2014/main" id="{FDEF4C86-7FE3-0F81-C96C-B33B8D1A3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1962" y="4348347"/>
                <a:ext cx="801366" cy="61148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69">
            <a:extLst>
              <a:ext uri="{FF2B5EF4-FFF2-40B4-BE49-F238E27FC236}">
                <a16:creationId xmlns:a16="http://schemas.microsoft.com/office/drawing/2014/main" id="{9DDADA28-952F-BEDA-2887-0B497091910C}"/>
              </a:ext>
            </a:extLst>
          </p:cNvPr>
          <p:cNvGrpSpPr>
            <a:grpSpLocks/>
          </p:cNvGrpSpPr>
          <p:nvPr/>
        </p:nvGrpSpPr>
        <p:grpSpPr bwMode="auto">
          <a:xfrm>
            <a:off x="4070607" y="2517697"/>
            <a:ext cx="2514844" cy="0"/>
            <a:chOff x="361" y="864"/>
            <a:chExt cx="1702" cy="0"/>
          </a:xfrm>
        </p:grpSpPr>
        <p:sp>
          <p:nvSpPr>
            <p:cNvPr id="40" name="Line 66">
              <a:extLst>
                <a:ext uri="{FF2B5EF4-FFF2-40B4-BE49-F238E27FC236}">
                  <a16:creationId xmlns:a16="http://schemas.microsoft.com/office/drawing/2014/main" id="{5629EC3D-D76B-C428-D44A-9D8068AFF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" y="864"/>
              <a:ext cx="244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41" name="Line 67">
              <a:extLst>
                <a:ext uri="{FF2B5EF4-FFF2-40B4-BE49-F238E27FC236}">
                  <a16:creationId xmlns:a16="http://schemas.microsoft.com/office/drawing/2014/main" id="{FD929405-5BAB-A549-99EF-A3FFE14EA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64"/>
              <a:ext cx="2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42" name="Line 68">
              <a:extLst>
                <a:ext uri="{FF2B5EF4-FFF2-40B4-BE49-F238E27FC236}">
                  <a16:creationId xmlns:a16="http://schemas.microsoft.com/office/drawing/2014/main" id="{EC3C201E-7CD0-378E-207D-86B91382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864"/>
              <a:ext cx="220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43" name="Group 69">
            <a:extLst>
              <a:ext uri="{FF2B5EF4-FFF2-40B4-BE49-F238E27FC236}">
                <a16:creationId xmlns:a16="http://schemas.microsoft.com/office/drawing/2014/main" id="{EB6E3EFF-6583-9BDD-C618-CDD15BA02D1F}"/>
              </a:ext>
            </a:extLst>
          </p:cNvPr>
          <p:cNvGrpSpPr>
            <a:grpSpLocks/>
          </p:cNvGrpSpPr>
          <p:nvPr/>
        </p:nvGrpSpPr>
        <p:grpSpPr bwMode="auto">
          <a:xfrm>
            <a:off x="4425753" y="2981244"/>
            <a:ext cx="2469040" cy="0"/>
            <a:chOff x="384" y="864"/>
            <a:chExt cx="1671" cy="0"/>
          </a:xfrm>
        </p:grpSpPr>
        <p:sp>
          <p:nvSpPr>
            <p:cNvPr id="44" name="Line 66">
              <a:extLst>
                <a:ext uri="{FF2B5EF4-FFF2-40B4-BE49-F238E27FC236}">
                  <a16:creationId xmlns:a16="http://schemas.microsoft.com/office/drawing/2014/main" id="{265D96AB-4376-B4D1-12F5-BABA67A8B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45" name="Line 67">
              <a:extLst>
                <a:ext uri="{FF2B5EF4-FFF2-40B4-BE49-F238E27FC236}">
                  <a16:creationId xmlns:a16="http://schemas.microsoft.com/office/drawing/2014/main" id="{0BE6FDD6-5BBF-CFCD-B7CD-C80261232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46" name="Line 68">
              <a:extLst>
                <a:ext uri="{FF2B5EF4-FFF2-40B4-BE49-F238E27FC236}">
                  <a16:creationId xmlns:a16="http://schemas.microsoft.com/office/drawing/2014/main" id="{C0BF5606-3F9B-962E-651F-62338DAA8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864"/>
              <a:ext cx="192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  <p:grpSp>
        <p:nvGrpSpPr>
          <p:cNvPr id="51" name="Group 69">
            <a:extLst>
              <a:ext uri="{FF2B5EF4-FFF2-40B4-BE49-F238E27FC236}">
                <a16:creationId xmlns:a16="http://schemas.microsoft.com/office/drawing/2014/main" id="{DBF2C442-ACC5-2933-727E-417648AF8811}"/>
              </a:ext>
            </a:extLst>
          </p:cNvPr>
          <p:cNvGrpSpPr>
            <a:grpSpLocks/>
          </p:cNvGrpSpPr>
          <p:nvPr/>
        </p:nvGrpSpPr>
        <p:grpSpPr bwMode="auto">
          <a:xfrm>
            <a:off x="4421653" y="2981244"/>
            <a:ext cx="2514844" cy="0"/>
            <a:chOff x="361" y="864"/>
            <a:chExt cx="1702" cy="0"/>
          </a:xfrm>
        </p:grpSpPr>
        <p:sp>
          <p:nvSpPr>
            <p:cNvPr id="52" name="Line 66">
              <a:extLst>
                <a:ext uri="{FF2B5EF4-FFF2-40B4-BE49-F238E27FC236}">
                  <a16:creationId xmlns:a16="http://schemas.microsoft.com/office/drawing/2014/main" id="{F7AEF28F-6FA2-2998-1005-CBD2EB4C8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" y="864"/>
              <a:ext cx="244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53" name="Line 67">
              <a:extLst>
                <a:ext uri="{FF2B5EF4-FFF2-40B4-BE49-F238E27FC236}">
                  <a16:creationId xmlns:a16="http://schemas.microsoft.com/office/drawing/2014/main" id="{029E1F94-5420-6601-D460-408392A98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64"/>
              <a:ext cx="219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7F59D690-602E-DBC8-D6D7-F2C055AFA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" y="864"/>
              <a:ext cx="248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44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utoUpdateAnimBg="0"/>
      <p:bldP spid="7" grpId="0"/>
      <p:bldP spid="8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图文框 55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87909" y="809625"/>
            <a:ext cx="11455789" cy="5495925"/>
          </a:xfrm>
          <a:prstGeom prst="rect">
            <a:avLst/>
          </a:prstGeom>
          <a:solidFill>
            <a:schemeClr val="bg1"/>
          </a:solidFill>
          <a:ln>
            <a:solidFill>
              <a:srgbClr val="04926A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弦形 15"/>
          <p:cNvSpPr/>
          <p:nvPr/>
        </p:nvSpPr>
        <p:spPr>
          <a:xfrm rot="15659429" flipH="1">
            <a:off x="5125682" y="579181"/>
            <a:ext cx="1937343" cy="11317160"/>
          </a:xfrm>
          <a:custGeom>
            <a:avLst/>
            <a:gdLst>
              <a:gd name="connsiteX0" fmla="*/ 5663461 w 6570110"/>
              <a:gd name="connsiteY0" fmla="*/ 5826412 h 6896013"/>
              <a:gd name="connsiteX1" fmla="*/ 1582552 w 6570110"/>
              <a:gd name="connsiteY1" fmla="*/ 6396827 h 6896013"/>
              <a:gd name="connsiteX2" fmla="*/ 102082 w 6570110"/>
              <a:gd name="connsiteY2" fmla="*/ 2595130 h 6896013"/>
              <a:gd name="connsiteX3" fmla="*/ 3285055 w 6570110"/>
              <a:gd name="connsiteY3" fmla="*/ -2 h 6896013"/>
              <a:gd name="connsiteX4" fmla="*/ 5663461 w 6570110"/>
              <a:gd name="connsiteY4" fmla="*/ 5826412 h 6896013"/>
              <a:gd name="connsiteX0-1" fmla="*/ 5663714 w 5663714"/>
              <a:gd name="connsiteY0-2" fmla="*/ 4696317 h 5766012"/>
              <a:gd name="connsiteX1-3" fmla="*/ 1582805 w 5663714"/>
              <a:gd name="connsiteY1-4" fmla="*/ 5266732 h 5766012"/>
              <a:gd name="connsiteX2-5" fmla="*/ 102335 w 5663714"/>
              <a:gd name="connsiteY2-6" fmla="*/ 1465035 h 5766012"/>
              <a:gd name="connsiteX3-7" fmla="*/ 1099768 w 5663714"/>
              <a:gd name="connsiteY3-8" fmla="*/ 353 h 5766012"/>
              <a:gd name="connsiteX4-9" fmla="*/ 5663714 w 5663714"/>
              <a:gd name="connsiteY4-10" fmla="*/ 4696317 h 5766012"/>
              <a:gd name="connsiteX0-11" fmla="*/ 3446611 w 3446611"/>
              <a:gd name="connsiteY0-12" fmla="*/ 5713487 h 6276785"/>
              <a:gd name="connsiteX1-13" fmla="*/ 1542826 w 3446611"/>
              <a:gd name="connsiteY1-14" fmla="*/ 5266732 h 6276785"/>
              <a:gd name="connsiteX2-15" fmla="*/ 62356 w 3446611"/>
              <a:gd name="connsiteY2-16" fmla="*/ 1465035 h 6276785"/>
              <a:gd name="connsiteX3-17" fmla="*/ 1059789 w 3446611"/>
              <a:gd name="connsiteY3-18" fmla="*/ 353 h 6276785"/>
              <a:gd name="connsiteX4-19" fmla="*/ 3446611 w 3446611"/>
              <a:gd name="connsiteY4-20" fmla="*/ 5713487 h 6276785"/>
              <a:gd name="connsiteX0-21" fmla="*/ 4374911 w 4374911"/>
              <a:gd name="connsiteY0-22" fmla="*/ 5713134 h 6223551"/>
              <a:gd name="connsiteX1-23" fmla="*/ 2471126 w 4374911"/>
              <a:gd name="connsiteY1-24" fmla="*/ 5266379 h 6223551"/>
              <a:gd name="connsiteX2-25" fmla="*/ 41290 w 4374911"/>
              <a:gd name="connsiteY2-26" fmla="*/ 2897699 h 6223551"/>
              <a:gd name="connsiteX3-27" fmla="*/ 1988089 w 4374911"/>
              <a:gd name="connsiteY3-28" fmla="*/ 0 h 6223551"/>
              <a:gd name="connsiteX4-29" fmla="*/ 4374911 w 4374911"/>
              <a:gd name="connsiteY4-30" fmla="*/ 5713134 h 6223551"/>
              <a:gd name="connsiteX0-31" fmla="*/ 6184479 w 6184480"/>
              <a:gd name="connsiteY0-32" fmla="*/ 10159312 h 10340427"/>
              <a:gd name="connsiteX1-33" fmla="*/ 2476956 w 6184480"/>
              <a:gd name="connsiteY1-34" fmla="*/ 5266379 h 10340427"/>
              <a:gd name="connsiteX2-35" fmla="*/ 47120 w 6184480"/>
              <a:gd name="connsiteY2-36" fmla="*/ 2897699 h 10340427"/>
              <a:gd name="connsiteX3-37" fmla="*/ 1993919 w 6184480"/>
              <a:gd name="connsiteY3-38" fmla="*/ 0 h 10340427"/>
              <a:gd name="connsiteX4-39" fmla="*/ 6184479 w 6184480"/>
              <a:gd name="connsiteY4-40" fmla="*/ 10159312 h 10340427"/>
              <a:gd name="connsiteX0-41" fmla="*/ 5441704 w 5441705"/>
              <a:gd name="connsiteY0-42" fmla="*/ 10159312 h 10342076"/>
              <a:gd name="connsiteX1-43" fmla="*/ 1734181 w 5441705"/>
              <a:gd name="connsiteY1-44" fmla="*/ 5266379 h 10342076"/>
              <a:gd name="connsiteX2-45" fmla="*/ 67972 w 5441705"/>
              <a:gd name="connsiteY2-46" fmla="*/ 2573906 h 10342076"/>
              <a:gd name="connsiteX3-47" fmla="*/ 1251144 w 5441705"/>
              <a:gd name="connsiteY3-48" fmla="*/ 0 h 10342076"/>
              <a:gd name="connsiteX4-49" fmla="*/ 5441704 w 5441705"/>
              <a:gd name="connsiteY4-50" fmla="*/ 10159312 h 10342076"/>
              <a:gd name="connsiteX0-51" fmla="*/ 5420585 w 5420586"/>
              <a:gd name="connsiteY0-52" fmla="*/ 10159312 h 10342908"/>
              <a:gd name="connsiteX1-53" fmla="*/ 2365285 w 5420586"/>
              <a:gd name="connsiteY1-54" fmla="*/ 5292208 h 10342908"/>
              <a:gd name="connsiteX2-55" fmla="*/ 46853 w 5420586"/>
              <a:gd name="connsiteY2-56" fmla="*/ 2573906 h 10342908"/>
              <a:gd name="connsiteX3-57" fmla="*/ 1230025 w 5420586"/>
              <a:gd name="connsiteY3-58" fmla="*/ 0 h 10342908"/>
              <a:gd name="connsiteX4-59" fmla="*/ 5420585 w 5420586"/>
              <a:gd name="connsiteY4-60" fmla="*/ 10159312 h 10342908"/>
              <a:gd name="connsiteX0-61" fmla="*/ 4912837 w 4912838"/>
              <a:gd name="connsiteY0-62" fmla="*/ 10159312 h 10343545"/>
              <a:gd name="connsiteX1-63" fmla="*/ 1857537 w 4912838"/>
              <a:gd name="connsiteY1-64" fmla="*/ 5292208 h 10343545"/>
              <a:gd name="connsiteX2-65" fmla="*/ 215235 w 4912838"/>
              <a:gd name="connsiteY2-66" fmla="*/ 2451340 h 10343545"/>
              <a:gd name="connsiteX3-67" fmla="*/ 722277 w 4912838"/>
              <a:gd name="connsiteY3-68" fmla="*/ 0 h 10343545"/>
              <a:gd name="connsiteX4-69" fmla="*/ 4912837 w 4912838"/>
              <a:gd name="connsiteY4-70" fmla="*/ 10159312 h 10343545"/>
              <a:gd name="connsiteX0-71" fmla="*/ 4912837 w 4912838"/>
              <a:gd name="connsiteY0-72" fmla="*/ 10159312 h 10343546"/>
              <a:gd name="connsiteX1-73" fmla="*/ 1857537 w 4912838"/>
              <a:gd name="connsiteY1-74" fmla="*/ 5292208 h 10343546"/>
              <a:gd name="connsiteX2-75" fmla="*/ 215235 w 4912838"/>
              <a:gd name="connsiteY2-76" fmla="*/ 2451340 h 10343546"/>
              <a:gd name="connsiteX3-77" fmla="*/ 722277 w 4912838"/>
              <a:gd name="connsiteY3-78" fmla="*/ 0 h 10343546"/>
              <a:gd name="connsiteX4-79" fmla="*/ 4912837 w 4912838"/>
              <a:gd name="connsiteY4-80" fmla="*/ 10159312 h 10343546"/>
              <a:gd name="connsiteX0-81" fmla="*/ 4912837 w 4912838"/>
              <a:gd name="connsiteY0-82" fmla="*/ 10159312 h 10342702"/>
              <a:gd name="connsiteX1-83" fmla="*/ 2017796 w 4912838"/>
              <a:gd name="connsiteY1-84" fmla="*/ 5266178 h 10342702"/>
              <a:gd name="connsiteX2-85" fmla="*/ 215235 w 4912838"/>
              <a:gd name="connsiteY2-86" fmla="*/ 2451340 h 10342702"/>
              <a:gd name="connsiteX3-87" fmla="*/ 722277 w 4912838"/>
              <a:gd name="connsiteY3-88" fmla="*/ 0 h 10342702"/>
              <a:gd name="connsiteX4-89" fmla="*/ 4912837 w 4912838"/>
              <a:gd name="connsiteY4-90" fmla="*/ 10159312 h 10342702"/>
              <a:gd name="connsiteX0-91" fmla="*/ 6696211 w 6696212"/>
              <a:gd name="connsiteY0-92" fmla="*/ 14247518 h 14361779"/>
              <a:gd name="connsiteX1-93" fmla="*/ 2017796 w 6696212"/>
              <a:gd name="connsiteY1-94" fmla="*/ 5266178 h 14361779"/>
              <a:gd name="connsiteX2-95" fmla="*/ 215235 w 6696212"/>
              <a:gd name="connsiteY2-96" fmla="*/ 2451340 h 14361779"/>
              <a:gd name="connsiteX3-97" fmla="*/ 722277 w 6696212"/>
              <a:gd name="connsiteY3-98" fmla="*/ 0 h 14361779"/>
              <a:gd name="connsiteX4-99" fmla="*/ 6696211 w 6696212"/>
              <a:gd name="connsiteY4-100" fmla="*/ 14247518 h 14361779"/>
              <a:gd name="connsiteX0-101" fmla="*/ 6696211 w 6696212"/>
              <a:gd name="connsiteY0-102" fmla="*/ 14247518 h 14247518"/>
              <a:gd name="connsiteX1-103" fmla="*/ 2017796 w 6696212"/>
              <a:gd name="connsiteY1-104" fmla="*/ 5266178 h 14247518"/>
              <a:gd name="connsiteX2-105" fmla="*/ 215235 w 6696212"/>
              <a:gd name="connsiteY2-106" fmla="*/ 2451340 h 14247518"/>
              <a:gd name="connsiteX3-107" fmla="*/ 722277 w 6696212"/>
              <a:gd name="connsiteY3-108" fmla="*/ 0 h 14247518"/>
              <a:gd name="connsiteX4-109" fmla="*/ 6696211 w 6696212"/>
              <a:gd name="connsiteY4-110" fmla="*/ 14247518 h 14247518"/>
              <a:gd name="connsiteX0-111" fmla="*/ 7570201 w 7570202"/>
              <a:gd name="connsiteY0-112" fmla="*/ 14239742 h 14239742"/>
              <a:gd name="connsiteX1-113" fmla="*/ 2891786 w 7570202"/>
              <a:gd name="connsiteY1-114" fmla="*/ 5258402 h 14239742"/>
              <a:gd name="connsiteX2-115" fmla="*/ 1089225 w 7570202"/>
              <a:gd name="connsiteY2-116" fmla="*/ 2443564 h 14239742"/>
              <a:gd name="connsiteX3-117" fmla="*/ 488445 w 7570202"/>
              <a:gd name="connsiteY3-118" fmla="*/ 0 h 14239742"/>
              <a:gd name="connsiteX4-119" fmla="*/ 7570201 w 7570202"/>
              <a:gd name="connsiteY4-120" fmla="*/ 14239742 h 14239742"/>
              <a:gd name="connsiteX0-121" fmla="*/ 7634493 w 7634494"/>
              <a:gd name="connsiteY0-122" fmla="*/ 14239742 h 14239742"/>
              <a:gd name="connsiteX1-123" fmla="*/ 2956078 w 7634494"/>
              <a:gd name="connsiteY1-124" fmla="*/ 5258402 h 14239742"/>
              <a:gd name="connsiteX2-125" fmla="*/ 753781 w 7634494"/>
              <a:gd name="connsiteY2-126" fmla="*/ 2349752 h 14239742"/>
              <a:gd name="connsiteX3-127" fmla="*/ 552737 w 7634494"/>
              <a:gd name="connsiteY3-128" fmla="*/ 0 h 14239742"/>
              <a:gd name="connsiteX4-129" fmla="*/ 7634493 w 7634494"/>
              <a:gd name="connsiteY4-130" fmla="*/ 14239742 h 14239742"/>
              <a:gd name="connsiteX0-131" fmla="*/ 7634493 w 7634494"/>
              <a:gd name="connsiteY0-132" fmla="*/ 14239742 h 14239742"/>
              <a:gd name="connsiteX1-133" fmla="*/ 2585204 w 7634494"/>
              <a:gd name="connsiteY1-134" fmla="*/ 5326384 h 14239742"/>
              <a:gd name="connsiteX2-135" fmla="*/ 753781 w 7634494"/>
              <a:gd name="connsiteY2-136" fmla="*/ 2349752 h 14239742"/>
              <a:gd name="connsiteX3-137" fmla="*/ 552737 w 7634494"/>
              <a:gd name="connsiteY3-138" fmla="*/ 0 h 14239742"/>
              <a:gd name="connsiteX4-139" fmla="*/ 7634493 w 7634494"/>
              <a:gd name="connsiteY4-140" fmla="*/ 14239742 h 14239742"/>
              <a:gd name="connsiteX0-141" fmla="*/ 7682941 w 7682942"/>
              <a:gd name="connsiteY0-142" fmla="*/ 14239742 h 14239742"/>
              <a:gd name="connsiteX1-143" fmla="*/ 2633652 w 7682942"/>
              <a:gd name="connsiteY1-144" fmla="*/ 5326384 h 14239742"/>
              <a:gd name="connsiteX2-145" fmla="*/ 558177 w 7682942"/>
              <a:gd name="connsiteY2-146" fmla="*/ 2264291 h 14239742"/>
              <a:gd name="connsiteX3-147" fmla="*/ 601185 w 7682942"/>
              <a:gd name="connsiteY3-148" fmla="*/ 0 h 14239742"/>
              <a:gd name="connsiteX4-149" fmla="*/ 7682941 w 7682942"/>
              <a:gd name="connsiteY4-150" fmla="*/ 14239742 h 14239742"/>
              <a:gd name="connsiteX0-151" fmla="*/ 7682941 w 7682942"/>
              <a:gd name="connsiteY0-152" fmla="*/ 14239742 h 14239742"/>
              <a:gd name="connsiteX1-153" fmla="*/ 3826355 w 7682942"/>
              <a:gd name="connsiteY1-154" fmla="*/ 7737312 h 14239742"/>
              <a:gd name="connsiteX2-155" fmla="*/ 558177 w 7682942"/>
              <a:gd name="connsiteY2-156" fmla="*/ 2264291 h 14239742"/>
              <a:gd name="connsiteX3-157" fmla="*/ 601185 w 7682942"/>
              <a:gd name="connsiteY3-158" fmla="*/ 0 h 14239742"/>
              <a:gd name="connsiteX4-159" fmla="*/ 7682941 w 7682942"/>
              <a:gd name="connsiteY4-160" fmla="*/ 14239742 h 14239742"/>
              <a:gd name="connsiteX0-161" fmla="*/ 7682941 w 7682942"/>
              <a:gd name="connsiteY0-162" fmla="*/ 14239742 h 14239742"/>
              <a:gd name="connsiteX1-163" fmla="*/ 3826355 w 7682942"/>
              <a:gd name="connsiteY1-164" fmla="*/ 7737312 h 14239742"/>
              <a:gd name="connsiteX2-165" fmla="*/ 558177 w 7682942"/>
              <a:gd name="connsiteY2-166" fmla="*/ 2264291 h 14239742"/>
              <a:gd name="connsiteX3-167" fmla="*/ 601185 w 7682942"/>
              <a:gd name="connsiteY3-168" fmla="*/ 0 h 14239742"/>
              <a:gd name="connsiteX4-169" fmla="*/ 7682941 w 7682942"/>
              <a:gd name="connsiteY4-170" fmla="*/ 14239742 h 14239742"/>
              <a:gd name="connsiteX0-171" fmla="*/ 7696979 w 7696980"/>
              <a:gd name="connsiteY0-172" fmla="*/ 14239742 h 14239742"/>
              <a:gd name="connsiteX1-173" fmla="*/ 3840393 w 7696980"/>
              <a:gd name="connsiteY1-174" fmla="*/ 7737312 h 14239742"/>
              <a:gd name="connsiteX2-175" fmla="*/ 508818 w 7696980"/>
              <a:gd name="connsiteY2-176" fmla="*/ 1828490 h 14239742"/>
              <a:gd name="connsiteX3-177" fmla="*/ 615223 w 7696980"/>
              <a:gd name="connsiteY3-178" fmla="*/ 0 h 14239742"/>
              <a:gd name="connsiteX4-179" fmla="*/ 7696979 w 7696980"/>
              <a:gd name="connsiteY4-180" fmla="*/ 14239742 h 14239742"/>
              <a:gd name="connsiteX0-181" fmla="*/ 7616346 w 7616347"/>
              <a:gd name="connsiteY0-182" fmla="*/ 14239742 h 14239742"/>
              <a:gd name="connsiteX1-183" fmla="*/ 3759760 w 7616347"/>
              <a:gd name="connsiteY1-184" fmla="*/ 7737312 h 14239742"/>
              <a:gd name="connsiteX2-185" fmla="*/ 838627 w 7616347"/>
              <a:gd name="connsiteY2-186" fmla="*/ 2555598 h 14239742"/>
              <a:gd name="connsiteX3-187" fmla="*/ 534590 w 7616347"/>
              <a:gd name="connsiteY3-188" fmla="*/ 0 h 14239742"/>
              <a:gd name="connsiteX4-189" fmla="*/ 7616346 w 7616347"/>
              <a:gd name="connsiteY4-190" fmla="*/ 14239742 h 14239742"/>
              <a:gd name="connsiteX0-191" fmla="*/ 7673855 w 7673856"/>
              <a:gd name="connsiteY0-192" fmla="*/ 14239742 h 14239742"/>
              <a:gd name="connsiteX1-193" fmla="*/ 3817269 w 7673856"/>
              <a:gd name="connsiteY1-194" fmla="*/ 7737312 h 14239742"/>
              <a:gd name="connsiteX2-195" fmla="*/ 896136 w 7673856"/>
              <a:gd name="connsiteY2-196" fmla="*/ 2555598 h 14239742"/>
              <a:gd name="connsiteX3-197" fmla="*/ 592099 w 7673856"/>
              <a:gd name="connsiteY3-198" fmla="*/ 0 h 14239742"/>
              <a:gd name="connsiteX4-199" fmla="*/ 7673855 w 7673856"/>
              <a:gd name="connsiteY4-200" fmla="*/ 14239742 h 14239742"/>
              <a:gd name="connsiteX0-201" fmla="*/ 7577590 w 7577591"/>
              <a:gd name="connsiteY0-202" fmla="*/ 14197188 h 14197188"/>
              <a:gd name="connsiteX1-203" fmla="*/ 3721004 w 7577591"/>
              <a:gd name="connsiteY1-204" fmla="*/ 7694758 h 14197188"/>
              <a:gd name="connsiteX2-205" fmla="*/ 799871 w 7577591"/>
              <a:gd name="connsiteY2-206" fmla="*/ 2513044 h 14197188"/>
              <a:gd name="connsiteX3-207" fmla="*/ 618351 w 7577591"/>
              <a:gd name="connsiteY3-208" fmla="*/ 0 h 14197188"/>
              <a:gd name="connsiteX4-209" fmla="*/ 7577590 w 7577591"/>
              <a:gd name="connsiteY4-210" fmla="*/ 14197188 h 14197188"/>
              <a:gd name="connsiteX0-211" fmla="*/ 7602036 w 7602037"/>
              <a:gd name="connsiteY0-212" fmla="*/ 14260633 h 14260633"/>
              <a:gd name="connsiteX1-213" fmla="*/ 3745450 w 7602037"/>
              <a:gd name="connsiteY1-214" fmla="*/ 7758203 h 14260633"/>
              <a:gd name="connsiteX2-215" fmla="*/ 824317 w 7602037"/>
              <a:gd name="connsiteY2-216" fmla="*/ 2576489 h 14260633"/>
              <a:gd name="connsiteX3-217" fmla="*/ 611406 w 7602037"/>
              <a:gd name="connsiteY3-218" fmla="*/ 0 h 14260633"/>
              <a:gd name="connsiteX4-219" fmla="*/ 7602036 w 7602037"/>
              <a:gd name="connsiteY4-220" fmla="*/ 14260633 h 14260633"/>
              <a:gd name="connsiteX0-221" fmla="*/ 7492157 w 7492156"/>
              <a:gd name="connsiteY0-222" fmla="*/ 14269265 h 14269265"/>
              <a:gd name="connsiteX1-223" fmla="*/ 3745450 w 7492156"/>
              <a:gd name="connsiteY1-224" fmla="*/ 7758203 h 14269265"/>
              <a:gd name="connsiteX2-225" fmla="*/ 824317 w 7492156"/>
              <a:gd name="connsiteY2-226" fmla="*/ 2576489 h 14269265"/>
              <a:gd name="connsiteX3-227" fmla="*/ 611406 w 7492156"/>
              <a:gd name="connsiteY3-228" fmla="*/ 0 h 14269265"/>
              <a:gd name="connsiteX4-229" fmla="*/ 7492157 w 7492156"/>
              <a:gd name="connsiteY4-230" fmla="*/ 14269265 h 14269265"/>
              <a:gd name="connsiteX0-231" fmla="*/ 7521468 w 7521467"/>
              <a:gd name="connsiteY0-232" fmla="*/ 14270825 h 14270825"/>
              <a:gd name="connsiteX1-233" fmla="*/ 3745450 w 7521467"/>
              <a:gd name="connsiteY1-234" fmla="*/ 7758203 h 14270825"/>
              <a:gd name="connsiteX2-235" fmla="*/ 824317 w 7521467"/>
              <a:gd name="connsiteY2-236" fmla="*/ 2576489 h 14270825"/>
              <a:gd name="connsiteX3-237" fmla="*/ 611406 w 7521467"/>
              <a:gd name="connsiteY3-238" fmla="*/ 0 h 14270825"/>
              <a:gd name="connsiteX4-239" fmla="*/ 7521468 w 7521467"/>
              <a:gd name="connsiteY4-240" fmla="*/ 14270825 h 14270825"/>
              <a:gd name="connsiteX0-241" fmla="*/ 7521468 w 7521467"/>
              <a:gd name="connsiteY0-242" fmla="*/ 14270825 h 14270825"/>
              <a:gd name="connsiteX1-243" fmla="*/ 3745450 w 7521467"/>
              <a:gd name="connsiteY1-244" fmla="*/ 7758203 h 14270825"/>
              <a:gd name="connsiteX2-245" fmla="*/ 824317 w 7521467"/>
              <a:gd name="connsiteY2-246" fmla="*/ 2576489 h 14270825"/>
              <a:gd name="connsiteX3-247" fmla="*/ 611406 w 7521467"/>
              <a:gd name="connsiteY3-248" fmla="*/ 0 h 14270825"/>
              <a:gd name="connsiteX4-249" fmla="*/ 7521468 w 7521467"/>
              <a:gd name="connsiteY4-250" fmla="*/ 14270825 h 14270825"/>
              <a:gd name="connsiteX0-251" fmla="*/ 7658008 w 7658007"/>
              <a:gd name="connsiteY0-252" fmla="*/ 14310865 h 14310865"/>
              <a:gd name="connsiteX1-253" fmla="*/ 3881990 w 7658007"/>
              <a:gd name="connsiteY1-254" fmla="*/ 7798243 h 14310865"/>
              <a:gd name="connsiteX2-255" fmla="*/ 960857 w 7658007"/>
              <a:gd name="connsiteY2-256" fmla="*/ 2616529 h 14310865"/>
              <a:gd name="connsiteX3-257" fmla="*/ 575941 w 7658007"/>
              <a:gd name="connsiteY3-258" fmla="*/ 0 h 14310865"/>
              <a:gd name="connsiteX4-259" fmla="*/ 7658008 w 7658007"/>
              <a:gd name="connsiteY4-260" fmla="*/ 14310865 h 14310865"/>
              <a:gd name="connsiteX0-261" fmla="*/ 7658008 w 7658007"/>
              <a:gd name="connsiteY0-262" fmla="*/ 14310865 h 14310865"/>
              <a:gd name="connsiteX1-263" fmla="*/ 3881990 w 7658007"/>
              <a:gd name="connsiteY1-264" fmla="*/ 7798243 h 14310865"/>
              <a:gd name="connsiteX2-265" fmla="*/ 960857 w 7658007"/>
              <a:gd name="connsiteY2-266" fmla="*/ 2616529 h 14310865"/>
              <a:gd name="connsiteX3-267" fmla="*/ 575941 w 7658007"/>
              <a:gd name="connsiteY3-268" fmla="*/ 0 h 14310865"/>
              <a:gd name="connsiteX4-269" fmla="*/ 7658008 w 7658007"/>
              <a:gd name="connsiteY4-270" fmla="*/ 14310865 h 14310865"/>
              <a:gd name="connsiteX0-271" fmla="*/ 7643698 w 7643697"/>
              <a:gd name="connsiteY0-272" fmla="*/ 14310865 h 14310865"/>
              <a:gd name="connsiteX1-273" fmla="*/ 3867680 w 7643697"/>
              <a:gd name="connsiteY1-274" fmla="*/ 7798243 h 14310865"/>
              <a:gd name="connsiteX2-275" fmla="*/ 946547 w 7643697"/>
              <a:gd name="connsiteY2-276" fmla="*/ 2616529 h 14310865"/>
              <a:gd name="connsiteX3-277" fmla="*/ 561631 w 7643697"/>
              <a:gd name="connsiteY3-278" fmla="*/ 0 h 14310865"/>
              <a:gd name="connsiteX4-279" fmla="*/ 7643698 w 7643697"/>
              <a:gd name="connsiteY4-280" fmla="*/ 14310865 h 14310865"/>
              <a:gd name="connsiteX0-281" fmla="*/ 7643698 w 7643697"/>
              <a:gd name="connsiteY0-282" fmla="*/ 14310865 h 14310865"/>
              <a:gd name="connsiteX1-283" fmla="*/ 3867680 w 7643697"/>
              <a:gd name="connsiteY1-284" fmla="*/ 7798243 h 14310865"/>
              <a:gd name="connsiteX2-285" fmla="*/ 946547 w 7643697"/>
              <a:gd name="connsiteY2-286" fmla="*/ 2616529 h 14310865"/>
              <a:gd name="connsiteX3-287" fmla="*/ 561631 w 7643697"/>
              <a:gd name="connsiteY3-288" fmla="*/ 0 h 14310865"/>
              <a:gd name="connsiteX4-289" fmla="*/ 7643698 w 7643697"/>
              <a:gd name="connsiteY4-290" fmla="*/ 14310865 h 14310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643697" h="14310865">
                <a:moveTo>
                  <a:pt x="7643698" y="14310865"/>
                </a:moveTo>
                <a:cubicBezTo>
                  <a:pt x="5612459" y="13565975"/>
                  <a:pt x="4983872" y="9747299"/>
                  <a:pt x="3867680" y="7798243"/>
                </a:cubicBezTo>
                <a:cubicBezTo>
                  <a:pt x="2751488" y="5849187"/>
                  <a:pt x="700659" y="4048243"/>
                  <a:pt x="946547" y="2616529"/>
                </a:cubicBezTo>
                <a:cubicBezTo>
                  <a:pt x="971479" y="1107306"/>
                  <a:pt x="-906876" y="47113"/>
                  <a:pt x="561631" y="0"/>
                </a:cubicBezTo>
                <a:cubicBezTo>
                  <a:pt x="1512177" y="1934124"/>
                  <a:pt x="6748829" y="12373914"/>
                  <a:pt x="7643698" y="14310865"/>
                </a:cubicBezTo>
                <a:close/>
              </a:path>
            </a:pathLst>
          </a:cu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弦形 15"/>
          <p:cNvSpPr/>
          <p:nvPr/>
        </p:nvSpPr>
        <p:spPr>
          <a:xfrm rot="15659429" flipH="1">
            <a:off x="5125235" y="571563"/>
            <a:ext cx="1974412" cy="11270860"/>
          </a:xfrm>
          <a:custGeom>
            <a:avLst/>
            <a:gdLst>
              <a:gd name="connsiteX0" fmla="*/ 5663461 w 6570110"/>
              <a:gd name="connsiteY0" fmla="*/ 5826412 h 6896013"/>
              <a:gd name="connsiteX1" fmla="*/ 1582552 w 6570110"/>
              <a:gd name="connsiteY1" fmla="*/ 6396827 h 6896013"/>
              <a:gd name="connsiteX2" fmla="*/ 102082 w 6570110"/>
              <a:gd name="connsiteY2" fmla="*/ 2595130 h 6896013"/>
              <a:gd name="connsiteX3" fmla="*/ 3285055 w 6570110"/>
              <a:gd name="connsiteY3" fmla="*/ -2 h 6896013"/>
              <a:gd name="connsiteX4" fmla="*/ 5663461 w 6570110"/>
              <a:gd name="connsiteY4" fmla="*/ 5826412 h 6896013"/>
              <a:gd name="connsiteX0-1" fmla="*/ 5663714 w 5663714"/>
              <a:gd name="connsiteY0-2" fmla="*/ 4696317 h 5766012"/>
              <a:gd name="connsiteX1-3" fmla="*/ 1582805 w 5663714"/>
              <a:gd name="connsiteY1-4" fmla="*/ 5266732 h 5766012"/>
              <a:gd name="connsiteX2-5" fmla="*/ 102335 w 5663714"/>
              <a:gd name="connsiteY2-6" fmla="*/ 1465035 h 5766012"/>
              <a:gd name="connsiteX3-7" fmla="*/ 1099768 w 5663714"/>
              <a:gd name="connsiteY3-8" fmla="*/ 353 h 5766012"/>
              <a:gd name="connsiteX4-9" fmla="*/ 5663714 w 5663714"/>
              <a:gd name="connsiteY4-10" fmla="*/ 4696317 h 5766012"/>
              <a:gd name="connsiteX0-11" fmla="*/ 3446611 w 3446611"/>
              <a:gd name="connsiteY0-12" fmla="*/ 5713487 h 6276785"/>
              <a:gd name="connsiteX1-13" fmla="*/ 1542826 w 3446611"/>
              <a:gd name="connsiteY1-14" fmla="*/ 5266732 h 6276785"/>
              <a:gd name="connsiteX2-15" fmla="*/ 62356 w 3446611"/>
              <a:gd name="connsiteY2-16" fmla="*/ 1465035 h 6276785"/>
              <a:gd name="connsiteX3-17" fmla="*/ 1059789 w 3446611"/>
              <a:gd name="connsiteY3-18" fmla="*/ 353 h 6276785"/>
              <a:gd name="connsiteX4-19" fmla="*/ 3446611 w 3446611"/>
              <a:gd name="connsiteY4-20" fmla="*/ 5713487 h 6276785"/>
              <a:gd name="connsiteX0-21" fmla="*/ 4374911 w 4374911"/>
              <a:gd name="connsiteY0-22" fmla="*/ 5713134 h 6223551"/>
              <a:gd name="connsiteX1-23" fmla="*/ 2471126 w 4374911"/>
              <a:gd name="connsiteY1-24" fmla="*/ 5266379 h 6223551"/>
              <a:gd name="connsiteX2-25" fmla="*/ 41290 w 4374911"/>
              <a:gd name="connsiteY2-26" fmla="*/ 2897699 h 6223551"/>
              <a:gd name="connsiteX3-27" fmla="*/ 1988089 w 4374911"/>
              <a:gd name="connsiteY3-28" fmla="*/ 0 h 6223551"/>
              <a:gd name="connsiteX4-29" fmla="*/ 4374911 w 4374911"/>
              <a:gd name="connsiteY4-30" fmla="*/ 5713134 h 6223551"/>
              <a:gd name="connsiteX0-31" fmla="*/ 6184479 w 6184480"/>
              <a:gd name="connsiteY0-32" fmla="*/ 10159312 h 10340427"/>
              <a:gd name="connsiteX1-33" fmla="*/ 2476956 w 6184480"/>
              <a:gd name="connsiteY1-34" fmla="*/ 5266379 h 10340427"/>
              <a:gd name="connsiteX2-35" fmla="*/ 47120 w 6184480"/>
              <a:gd name="connsiteY2-36" fmla="*/ 2897699 h 10340427"/>
              <a:gd name="connsiteX3-37" fmla="*/ 1993919 w 6184480"/>
              <a:gd name="connsiteY3-38" fmla="*/ 0 h 10340427"/>
              <a:gd name="connsiteX4-39" fmla="*/ 6184479 w 6184480"/>
              <a:gd name="connsiteY4-40" fmla="*/ 10159312 h 10340427"/>
              <a:gd name="connsiteX0-41" fmla="*/ 5441704 w 5441705"/>
              <a:gd name="connsiteY0-42" fmla="*/ 10159312 h 10342076"/>
              <a:gd name="connsiteX1-43" fmla="*/ 1734181 w 5441705"/>
              <a:gd name="connsiteY1-44" fmla="*/ 5266379 h 10342076"/>
              <a:gd name="connsiteX2-45" fmla="*/ 67972 w 5441705"/>
              <a:gd name="connsiteY2-46" fmla="*/ 2573906 h 10342076"/>
              <a:gd name="connsiteX3-47" fmla="*/ 1251144 w 5441705"/>
              <a:gd name="connsiteY3-48" fmla="*/ 0 h 10342076"/>
              <a:gd name="connsiteX4-49" fmla="*/ 5441704 w 5441705"/>
              <a:gd name="connsiteY4-50" fmla="*/ 10159312 h 10342076"/>
              <a:gd name="connsiteX0-51" fmla="*/ 5420585 w 5420586"/>
              <a:gd name="connsiteY0-52" fmla="*/ 10159312 h 10342908"/>
              <a:gd name="connsiteX1-53" fmla="*/ 2365285 w 5420586"/>
              <a:gd name="connsiteY1-54" fmla="*/ 5292208 h 10342908"/>
              <a:gd name="connsiteX2-55" fmla="*/ 46853 w 5420586"/>
              <a:gd name="connsiteY2-56" fmla="*/ 2573906 h 10342908"/>
              <a:gd name="connsiteX3-57" fmla="*/ 1230025 w 5420586"/>
              <a:gd name="connsiteY3-58" fmla="*/ 0 h 10342908"/>
              <a:gd name="connsiteX4-59" fmla="*/ 5420585 w 5420586"/>
              <a:gd name="connsiteY4-60" fmla="*/ 10159312 h 10342908"/>
              <a:gd name="connsiteX0-61" fmla="*/ 4912837 w 4912838"/>
              <a:gd name="connsiteY0-62" fmla="*/ 10159312 h 10343545"/>
              <a:gd name="connsiteX1-63" fmla="*/ 1857537 w 4912838"/>
              <a:gd name="connsiteY1-64" fmla="*/ 5292208 h 10343545"/>
              <a:gd name="connsiteX2-65" fmla="*/ 215235 w 4912838"/>
              <a:gd name="connsiteY2-66" fmla="*/ 2451340 h 10343545"/>
              <a:gd name="connsiteX3-67" fmla="*/ 722277 w 4912838"/>
              <a:gd name="connsiteY3-68" fmla="*/ 0 h 10343545"/>
              <a:gd name="connsiteX4-69" fmla="*/ 4912837 w 4912838"/>
              <a:gd name="connsiteY4-70" fmla="*/ 10159312 h 10343545"/>
              <a:gd name="connsiteX0-71" fmla="*/ 4912837 w 4912838"/>
              <a:gd name="connsiteY0-72" fmla="*/ 10159312 h 10343546"/>
              <a:gd name="connsiteX1-73" fmla="*/ 1857537 w 4912838"/>
              <a:gd name="connsiteY1-74" fmla="*/ 5292208 h 10343546"/>
              <a:gd name="connsiteX2-75" fmla="*/ 215235 w 4912838"/>
              <a:gd name="connsiteY2-76" fmla="*/ 2451340 h 10343546"/>
              <a:gd name="connsiteX3-77" fmla="*/ 722277 w 4912838"/>
              <a:gd name="connsiteY3-78" fmla="*/ 0 h 10343546"/>
              <a:gd name="connsiteX4-79" fmla="*/ 4912837 w 4912838"/>
              <a:gd name="connsiteY4-80" fmla="*/ 10159312 h 10343546"/>
              <a:gd name="connsiteX0-81" fmla="*/ 4912837 w 4912838"/>
              <a:gd name="connsiteY0-82" fmla="*/ 10159312 h 10342702"/>
              <a:gd name="connsiteX1-83" fmla="*/ 2017796 w 4912838"/>
              <a:gd name="connsiteY1-84" fmla="*/ 5266178 h 10342702"/>
              <a:gd name="connsiteX2-85" fmla="*/ 215235 w 4912838"/>
              <a:gd name="connsiteY2-86" fmla="*/ 2451340 h 10342702"/>
              <a:gd name="connsiteX3-87" fmla="*/ 722277 w 4912838"/>
              <a:gd name="connsiteY3-88" fmla="*/ 0 h 10342702"/>
              <a:gd name="connsiteX4-89" fmla="*/ 4912837 w 4912838"/>
              <a:gd name="connsiteY4-90" fmla="*/ 10159312 h 10342702"/>
              <a:gd name="connsiteX0-91" fmla="*/ 6696211 w 6696212"/>
              <a:gd name="connsiteY0-92" fmla="*/ 14247518 h 14361779"/>
              <a:gd name="connsiteX1-93" fmla="*/ 2017796 w 6696212"/>
              <a:gd name="connsiteY1-94" fmla="*/ 5266178 h 14361779"/>
              <a:gd name="connsiteX2-95" fmla="*/ 215235 w 6696212"/>
              <a:gd name="connsiteY2-96" fmla="*/ 2451340 h 14361779"/>
              <a:gd name="connsiteX3-97" fmla="*/ 722277 w 6696212"/>
              <a:gd name="connsiteY3-98" fmla="*/ 0 h 14361779"/>
              <a:gd name="connsiteX4-99" fmla="*/ 6696211 w 6696212"/>
              <a:gd name="connsiteY4-100" fmla="*/ 14247518 h 14361779"/>
              <a:gd name="connsiteX0-101" fmla="*/ 6696211 w 6696212"/>
              <a:gd name="connsiteY0-102" fmla="*/ 14247518 h 14247518"/>
              <a:gd name="connsiteX1-103" fmla="*/ 2017796 w 6696212"/>
              <a:gd name="connsiteY1-104" fmla="*/ 5266178 h 14247518"/>
              <a:gd name="connsiteX2-105" fmla="*/ 215235 w 6696212"/>
              <a:gd name="connsiteY2-106" fmla="*/ 2451340 h 14247518"/>
              <a:gd name="connsiteX3-107" fmla="*/ 722277 w 6696212"/>
              <a:gd name="connsiteY3-108" fmla="*/ 0 h 14247518"/>
              <a:gd name="connsiteX4-109" fmla="*/ 6696211 w 6696212"/>
              <a:gd name="connsiteY4-110" fmla="*/ 14247518 h 14247518"/>
              <a:gd name="connsiteX0-111" fmla="*/ 7570201 w 7570202"/>
              <a:gd name="connsiteY0-112" fmla="*/ 14239742 h 14239742"/>
              <a:gd name="connsiteX1-113" fmla="*/ 2891786 w 7570202"/>
              <a:gd name="connsiteY1-114" fmla="*/ 5258402 h 14239742"/>
              <a:gd name="connsiteX2-115" fmla="*/ 1089225 w 7570202"/>
              <a:gd name="connsiteY2-116" fmla="*/ 2443564 h 14239742"/>
              <a:gd name="connsiteX3-117" fmla="*/ 488445 w 7570202"/>
              <a:gd name="connsiteY3-118" fmla="*/ 0 h 14239742"/>
              <a:gd name="connsiteX4-119" fmla="*/ 7570201 w 7570202"/>
              <a:gd name="connsiteY4-120" fmla="*/ 14239742 h 14239742"/>
              <a:gd name="connsiteX0-121" fmla="*/ 7634493 w 7634494"/>
              <a:gd name="connsiteY0-122" fmla="*/ 14239742 h 14239742"/>
              <a:gd name="connsiteX1-123" fmla="*/ 2956078 w 7634494"/>
              <a:gd name="connsiteY1-124" fmla="*/ 5258402 h 14239742"/>
              <a:gd name="connsiteX2-125" fmla="*/ 753781 w 7634494"/>
              <a:gd name="connsiteY2-126" fmla="*/ 2349752 h 14239742"/>
              <a:gd name="connsiteX3-127" fmla="*/ 552737 w 7634494"/>
              <a:gd name="connsiteY3-128" fmla="*/ 0 h 14239742"/>
              <a:gd name="connsiteX4-129" fmla="*/ 7634493 w 7634494"/>
              <a:gd name="connsiteY4-130" fmla="*/ 14239742 h 14239742"/>
              <a:gd name="connsiteX0-131" fmla="*/ 7634493 w 7634494"/>
              <a:gd name="connsiteY0-132" fmla="*/ 14239742 h 14239742"/>
              <a:gd name="connsiteX1-133" fmla="*/ 2585204 w 7634494"/>
              <a:gd name="connsiteY1-134" fmla="*/ 5326384 h 14239742"/>
              <a:gd name="connsiteX2-135" fmla="*/ 753781 w 7634494"/>
              <a:gd name="connsiteY2-136" fmla="*/ 2349752 h 14239742"/>
              <a:gd name="connsiteX3-137" fmla="*/ 552737 w 7634494"/>
              <a:gd name="connsiteY3-138" fmla="*/ 0 h 14239742"/>
              <a:gd name="connsiteX4-139" fmla="*/ 7634493 w 7634494"/>
              <a:gd name="connsiteY4-140" fmla="*/ 14239742 h 14239742"/>
              <a:gd name="connsiteX0-141" fmla="*/ 7682941 w 7682942"/>
              <a:gd name="connsiteY0-142" fmla="*/ 14239742 h 14239742"/>
              <a:gd name="connsiteX1-143" fmla="*/ 2633652 w 7682942"/>
              <a:gd name="connsiteY1-144" fmla="*/ 5326384 h 14239742"/>
              <a:gd name="connsiteX2-145" fmla="*/ 558177 w 7682942"/>
              <a:gd name="connsiteY2-146" fmla="*/ 2264291 h 14239742"/>
              <a:gd name="connsiteX3-147" fmla="*/ 601185 w 7682942"/>
              <a:gd name="connsiteY3-148" fmla="*/ 0 h 14239742"/>
              <a:gd name="connsiteX4-149" fmla="*/ 7682941 w 7682942"/>
              <a:gd name="connsiteY4-150" fmla="*/ 14239742 h 14239742"/>
              <a:gd name="connsiteX0-151" fmla="*/ 7682941 w 7682942"/>
              <a:gd name="connsiteY0-152" fmla="*/ 14239742 h 14239742"/>
              <a:gd name="connsiteX1-153" fmla="*/ 3826355 w 7682942"/>
              <a:gd name="connsiteY1-154" fmla="*/ 7737312 h 14239742"/>
              <a:gd name="connsiteX2-155" fmla="*/ 558177 w 7682942"/>
              <a:gd name="connsiteY2-156" fmla="*/ 2264291 h 14239742"/>
              <a:gd name="connsiteX3-157" fmla="*/ 601185 w 7682942"/>
              <a:gd name="connsiteY3-158" fmla="*/ 0 h 14239742"/>
              <a:gd name="connsiteX4-159" fmla="*/ 7682941 w 7682942"/>
              <a:gd name="connsiteY4-160" fmla="*/ 14239742 h 14239742"/>
              <a:gd name="connsiteX0-161" fmla="*/ 7682941 w 7682942"/>
              <a:gd name="connsiteY0-162" fmla="*/ 14239742 h 14239742"/>
              <a:gd name="connsiteX1-163" fmla="*/ 3826355 w 7682942"/>
              <a:gd name="connsiteY1-164" fmla="*/ 7737312 h 14239742"/>
              <a:gd name="connsiteX2-165" fmla="*/ 558177 w 7682942"/>
              <a:gd name="connsiteY2-166" fmla="*/ 2264291 h 14239742"/>
              <a:gd name="connsiteX3-167" fmla="*/ 601185 w 7682942"/>
              <a:gd name="connsiteY3-168" fmla="*/ 0 h 14239742"/>
              <a:gd name="connsiteX4-169" fmla="*/ 7682941 w 7682942"/>
              <a:gd name="connsiteY4-170" fmla="*/ 14239742 h 14239742"/>
              <a:gd name="connsiteX0-171" fmla="*/ 7696979 w 7696980"/>
              <a:gd name="connsiteY0-172" fmla="*/ 14239742 h 14239742"/>
              <a:gd name="connsiteX1-173" fmla="*/ 3840393 w 7696980"/>
              <a:gd name="connsiteY1-174" fmla="*/ 7737312 h 14239742"/>
              <a:gd name="connsiteX2-175" fmla="*/ 508818 w 7696980"/>
              <a:gd name="connsiteY2-176" fmla="*/ 1828490 h 14239742"/>
              <a:gd name="connsiteX3-177" fmla="*/ 615223 w 7696980"/>
              <a:gd name="connsiteY3-178" fmla="*/ 0 h 14239742"/>
              <a:gd name="connsiteX4-179" fmla="*/ 7696979 w 7696980"/>
              <a:gd name="connsiteY4-180" fmla="*/ 14239742 h 14239742"/>
              <a:gd name="connsiteX0-181" fmla="*/ 7616346 w 7616347"/>
              <a:gd name="connsiteY0-182" fmla="*/ 14239742 h 14239742"/>
              <a:gd name="connsiteX1-183" fmla="*/ 3759760 w 7616347"/>
              <a:gd name="connsiteY1-184" fmla="*/ 7737312 h 14239742"/>
              <a:gd name="connsiteX2-185" fmla="*/ 838627 w 7616347"/>
              <a:gd name="connsiteY2-186" fmla="*/ 2555598 h 14239742"/>
              <a:gd name="connsiteX3-187" fmla="*/ 534590 w 7616347"/>
              <a:gd name="connsiteY3-188" fmla="*/ 0 h 14239742"/>
              <a:gd name="connsiteX4-189" fmla="*/ 7616346 w 7616347"/>
              <a:gd name="connsiteY4-190" fmla="*/ 14239742 h 14239742"/>
              <a:gd name="connsiteX0-191" fmla="*/ 7673855 w 7673856"/>
              <a:gd name="connsiteY0-192" fmla="*/ 14239742 h 14239742"/>
              <a:gd name="connsiteX1-193" fmla="*/ 3817269 w 7673856"/>
              <a:gd name="connsiteY1-194" fmla="*/ 7737312 h 14239742"/>
              <a:gd name="connsiteX2-195" fmla="*/ 896136 w 7673856"/>
              <a:gd name="connsiteY2-196" fmla="*/ 2555598 h 14239742"/>
              <a:gd name="connsiteX3-197" fmla="*/ 592099 w 7673856"/>
              <a:gd name="connsiteY3-198" fmla="*/ 0 h 14239742"/>
              <a:gd name="connsiteX4-199" fmla="*/ 7673855 w 7673856"/>
              <a:gd name="connsiteY4-200" fmla="*/ 14239742 h 14239742"/>
              <a:gd name="connsiteX0-201" fmla="*/ 7577590 w 7577591"/>
              <a:gd name="connsiteY0-202" fmla="*/ 14197188 h 14197188"/>
              <a:gd name="connsiteX1-203" fmla="*/ 3721004 w 7577591"/>
              <a:gd name="connsiteY1-204" fmla="*/ 7694758 h 14197188"/>
              <a:gd name="connsiteX2-205" fmla="*/ 799871 w 7577591"/>
              <a:gd name="connsiteY2-206" fmla="*/ 2513044 h 14197188"/>
              <a:gd name="connsiteX3-207" fmla="*/ 618351 w 7577591"/>
              <a:gd name="connsiteY3-208" fmla="*/ 0 h 14197188"/>
              <a:gd name="connsiteX4-209" fmla="*/ 7577590 w 7577591"/>
              <a:gd name="connsiteY4-210" fmla="*/ 14197188 h 14197188"/>
              <a:gd name="connsiteX0-211" fmla="*/ 7602036 w 7602037"/>
              <a:gd name="connsiteY0-212" fmla="*/ 14260633 h 14260633"/>
              <a:gd name="connsiteX1-213" fmla="*/ 3745450 w 7602037"/>
              <a:gd name="connsiteY1-214" fmla="*/ 7758203 h 14260633"/>
              <a:gd name="connsiteX2-215" fmla="*/ 824317 w 7602037"/>
              <a:gd name="connsiteY2-216" fmla="*/ 2576489 h 14260633"/>
              <a:gd name="connsiteX3-217" fmla="*/ 611406 w 7602037"/>
              <a:gd name="connsiteY3-218" fmla="*/ 0 h 14260633"/>
              <a:gd name="connsiteX4-219" fmla="*/ 7602036 w 7602037"/>
              <a:gd name="connsiteY4-220" fmla="*/ 14260633 h 14260633"/>
              <a:gd name="connsiteX0-221" fmla="*/ 7849482 w 7849480"/>
              <a:gd name="connsiteY0-222" fmla="*/ 14248058 h 14248059"/>
              <a:gd name="connsiteX1-223" fmla="*/ 3745450 w 7849480"/>
              <a:gd name="connsiteY1-224" fmla="*/ 7758203 h 14248059"/>
              <a:gd name="connsiteX2-225" fmla="*/ 824317 w 7849480"/>
              <a:gd name="connsiteY2-226" fmla="*/ 2576489 h 14248059"/>
              <a:gd name="connsiteX3-227" fmla="*/ 611406 w 7849480"/>
              <a:gd name="connsiteY3-228" fmla="*/ 0 h 14248059"/>
              <a:gd name="connsiteX4-229" fmla="*/ 7849482 w 7849480"/>
              <a:gd name="connsiteY4-230" fmla="*/ 14248058 h 14248059"/>
              <a:gd name="connsiteX0-231" fmla="*/ 7672923 w 7672925"/>
              <a:gd name="connsiteY0-232" fmla="*/ 14292354 h 14292354"/>
              <a:gd name="connsiteX1-233" fmla="*/ 3568891 w 7672925"/>
              <a:gd name="connsiteY1-234" fmla="*/ 7802499 h 14292354"/>
              <a:gd name="connsiteX2-235" fmla="*/ 647758 w 7672925"/>
              <a:gd name="connsiteY2-236" fmla="*/ 2620785 h 14292354"/>
              <a:gd name="connsiteX3-237" fmla="*/ 666599 w 7672925"/>
              <a:gd name="connsiteY3-238" fmla="*/ -1 h 14292354"/>
              <a:gd name="connsiteX4-239" fmla="*/ 7672923 w 7672925"/>
              <a:gd name="connsiteY4-240" fmla="*/ 14292354 h 14292354"/>
              <a:gd name="connsiteX0-241" fmla="*/ 7383947 w 7383945"/>
              <a:gd name="connsiteY0-242" fmla="*/ 14274078 h 14274078"/>
              <a:gd name="connsiteX1-243" fmla="*/ 3279915 w 7383945"/>
              <a:gd name="connsiteY1-244" fmla="*/ 7784223 h 14274078"/>
              <a:gd name="connsiteX2-245" fmla="*/ 358782 w 7383945"/>
              <a:gd name="connsiteY2-246" fmla="*/ 2602509 h 14274078"/>
              <a:gd name="connsiteX3-247" fmla="*/ 795392 w 7383945"/>
              <a:gd name="connsiteY3-248" fmla="*/ 0 h 14274078"/>
              <a:gd name="connsiteX4-249" fmla="*/ 7383947 w 7383945"/>
              <a:gd name="connsiteY4-250" fmla="*/ 14274078 h 14274078"/>
              <a:gd name="connsiteX0-251" fmla="*/ 7391788 w 7391788"/>
              <a:gd name="connsiteY0-252" fmla="*/ 14252318 h 14252318"/>
              <a:gd name="connsiteX1-253" fmla="*/ 3279915 w 7391788"/>
              <a:gd name="connsiteY1-254" fmla="*/ 7784223 h 14252318"/>
              <a:gd name="connsiteX2-255" fmla="*/ 358782 w 7391788"/>
              <a:gd name="connsiteY2-256" fmla="*/ 2602509 h 14252318"/>
              <a:gd name="connsiteX3-257" fmla="*/ 795392 w 7391788"/>
              <a:gd name="connsiteY3-258" fmla="*/ 0 h 14252318"/>
              <a:gd name="connsiteX4-259" fmla="*/ 7391788 w 7391788"/>
              <a:gd name="connsiteY4-260" fmla="*/ 14252318 h 14252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91788" h="14252318">
                <a:moveTo>
                  <a:pt x="7391788" y="14252318"/>
                </a:moveTo>
                <a:cubicBezTo>
                  <a:pt x="5360549" y="13507428"/>
                  <a:pt x="4452083" y="9725858"/>
                  <a:pt x="3279915" y="7784223"/>
                </a:cubicBezTo>
                <a:cubicBezTo>
                  <a:pt x="2107747" y="5842588"/>
                  <a:pt x="112894" y="4034223"/>
                  <a:pt x="358782" y="2602509"/>
                </a:cubicBezTo>
                <a:cubicBezTo>
                  <a:pt x="383714" y="1093286"/>
                  <a:pt x="-705930" y="0"/>
                  <a:pt x="795392" y="0"/>
                </a:cubicBezTo>
                <a:cubicBezTo>
                  <a:pt x="1588194" y="1942138"/>
                  <a:pt x="6598986" y="12310180"/>
                  <a:pt x="7391788" y="14252318"/>
                </a:cubicBezTo>
                <a:close/>
              </a:path>
            </a:pathLst>
          </a:custGeom>
          <a:solidFill>
            <a:srgbClr val="04926A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弦形 15"/>
          <p:cNvSpPr/>
          <p:nvPr/>
        </p:nvSpPr>
        <p:spPr>
          <a:xfrm rot="5940571">
            <a:off x="5142867" y="556609"/>
            <a:ext cx="1974412" cy="11270860"/>
          </a:xfrm>
          <a:custGeom>
            <a:avLst/>
            <a:gdLst>
              <a:gd name="connsiteX0" fmla="*/ 5663461 w 6570110"/>
              <a:gd name="connsiteY0" fmla="*/ 5826412 h 6896013"/>
              <a:gd name="connsiteX1" fmla="*/ 1582552 w 6570110"/>
              <a:gd name="connsiteY1" fmla="*/ 6396827 h 6896013"/>
              <a:gd name="connsiteX2" fmla="*/ 102082 w 6570110"/>
              <a:gd name="connsiteY2" fmla="*/ 2595130 h 6896013"/>
              <a:gd name="connsiteX3" fmla="*/ 3285055 w 6570110"/>
              <a:gd name="connsiteY3" fmla="*/ -2 h 6896013"/>
              <a:gd name="connsiteX4" fmla="*/ 5663461 w 6570110"/>
              <a:gd name="connsiteY4" fmla="*/ 5826412 h 6896013"/>
              <a:gd name="connsiteX0-1" fmla="*/ 5663714 w 5663714"/>
              <a:gd name="connsiteY0-2" fmla="*/ 4696317 h 5766012"/>
              <a:gd name="connsiteX1-3" fmla="*/ 1582805 w 5663714"/>
              <a:gd name="connsiteY1-4" fmla="*/ 5266732 h 5766012"/>
              <a:gd name="connsiteX2-5" fmla="*/ 102335 w 5663714"/>
              <a:gd name="connsiteY2-6" fmla="*/ 1465035 h 5766012"/>
              <a:gd name="connsiteX3-7" fmla="*/ 1099768 w 5663714"/>
              <a:gd name="connsiteY3-8" fmla="*/ 353 h 5766012"/>
              <a:gd name="connsiteX4-9" fmla="*/ 5663714 w 5663714"/>
              <a:gd name="connsiteY4-10" fmla="*/ 4696317 h 5766012"/>
              <a:gd name="connsiteX0-11" fmla="*/ 3446611 w 3446611"/>
              <a:gd name="connsiteY0-12" fmla="*/ 5713487 h 6276785"/>
              <a:gd name="connsiteX1-13" fmla="*/ 1542826 w 3446611"/>
              <a:gd name="connsiteY1-14" fmla="*/ 5266732 h 6276785"/>
              <a:gd name="connsiteX2-15" fmla="*/ 62356 w 3446611"/>
              <a:gd name="connsiteY2-16" fmla="*/ 1465035 h 6276785"/>
              <a:gd name="connsiteX3-17" fmla="*/ 1059789 w 3446611"/>
              <a:gd name="connsiteY3-18" fmla="*/ 353 h 6276785"/>
              <a:gd name="connsiteX4-19" fmla="*/ 3446611 w 3446611"/>
              <a:gd name="connsiteY4-20" fmla="*/ 5713487 h 6276785"/>
              <a:gd name="connsiteX0-21" fmla="*/ 4374911 w 4374911"/>
              <a:gd name="connsiteY0-22" fmla="*/ 5713134 h 6223551"/>
              <a:gd name="connsiteX1-23" fmla="*/ 2471126 w 4374911"/>
              <a:gd name="connsiteY1-24" fmla="*/ 5266379 h 6223551"/>
              <a:gd name="connsiteX2-25" fmla="*/ 41290 w 4374911"/>
              <a:gd name="connsiteY2-26" fmla="*/ 2897699 h 6223551"/>
              <a:gd name="connsiteX3-27" fmla="*/ 1988089 w 4374911"/>
              <a:gd name="connsiteY3-28" fmla="*/ 0 h 6223551"/>
              <a:gd name="connsiteX4-29" fmla="*/ 4374911 w 4374911"/>
              <a:gd name="connsiteY4-30" fmla="*/ 5713134 h 6223551"/>
              <a:gd name="connsiteX0-31" fmla="*/ 6184479 w 6184480"/>
              <a:gd name="connsiteY0-32" fmla="*/ 10159312 h 10340427"/>
              <a:gd name="connsiteX1-33" fmla="*/ 2476956 w 6184480"/>
              <a:gd name="connsiteY1-34" fmla="*/ 5266379 h 10340427"/>
              <a:gd name="connsiteX2-35" fmla="*/ 47120 w 6184480"/>
              <a:gd name="connsiteY2-36" fmla="*/ 2897699 h 10340427"/>
              <a:gd name="connsiteX3-37" fmla="*/ 1993919 w 6184480"/>
              <a:gd name="connsiteY3-38" fmla="*/ 0 h 10340427"/>
              <a:gd name="connsiteX4-39" fmla="*/ 6184479 w 6184480"/>
              <a:gd name="connsiteY4-40" fmla="*/ 10159312 h 10340427"/>
              <a:gd name="connsiteX0-41" fmla="*/ 5441704 w 5441705"/>
              <a:gd name="connsiteY0-42" fmla="*/ 10159312 h 10342076"/>
              <a:gd name="connsiteX1-43" fmla="*/ 1734181 w 5441705"/>
              <a:gd name="connsiteY1-44" fmla="*/ 5266379 h 10342076"/>
              <a:gd name="connsiteX2-45" fmla="*/ 67972 w 5441705"/>
              <a:gd name="connsiteY2-46" fmla="*/ 2573906 h 10342076"/>
              <a:gd name="connsiteX3-47" fmla="*/ 1251144 w 5441705"/>
              <a:gd name="connsiteY3-48" fmla="*/ 0 h 10342076"/>
              <a:gd name="connsiteX4-49" fmla="*/ 5441704 w 5441705"/>
              <a:gd name="connsiteY4-50" fmla="*/ 10159312 h 10342076"/>
              <a:gd name="connsiteX0-51" fmla="*/ 5420585 w 5420586"/>
              <a:gd name="connsiteY0-52" fmla="*/ 10159312 h 10342908"/>
              <a:gd name="connsiteX1-53" fmla="*/ 2365285 w 5420586"/>
              <a:gd name="connsiteY1-54" fmla="*/ 5292208 h 10342908"/>
              <a:gd name="connsiteX2-55" fmla="*/ 46853 w 5420586"/>
              <a:gd name="connsiteY2-56" fmla="*/ 2573906 h 10342908"/>
              <a:gd name="connsiteX3-57" fmla="*/ 1230025 w 5420586"/>
              <a:gd name="connsiteY3-58" fmla="*/ 0 h 10342908"/>
              <a:gd name="connsiteX4-59" fmla="*/ 5420585 w 5420586"/>
              <a:gd name="connsiteY4-60" fmla="*/ 10159312 h 10342908"/>
              <a:gd name="connsiteX0-61" fmla="*/ 4912837 w 4912838"/>
              <a:gd name="connsiteY0-62" fmla="*/ 10159312 h 10343545"/>
              <a:gd name="connsiteX1-63" fmla="*/ 1857537 w 4912838"/>
              <a:gd name="connsiteY1-64" fmla="*/ 5292208 h 10343545"/>
              <a:gd name="connsiteX2-65" fmla="*/ 215235 w 4912838"/>
              <a:gd name="connsiteY2-66" fmla="*/ 2451340 h 10343545"/>
              <a:gd name="connsiteX3-67" fmla="*/ 722277 w 4912838"/>
              <a:gd name="connsiteY3-68" fmla="*/ 0 h 10343545"/>
              <a:gd name="connsiteX4-69" fmla="*/ 4912837 w 4912838"/>
              <a:gd name="connsiteY4-70" fmla="*/ 10159312 h 10343545"/>
              <a:gd name="connsiteX0-71" fmla="*/ 4912837 w 4912838"/>
              <a:gd name="connsiteY0-72" fmla="*/ 10159312 h 10343546"/>
              <a:gd name="connsiteX1-73" fmla="*/ 1857537 w 4912838"/>
              <a:gd name="connsiteY1-74" fmla="*/ 5292208 h 10343546"/>
              <a:gd name="connsiteX2-75" fmla="*/ 215235 w 4912838"/>
              <a:gd name="connsiteY2-76" fmla="*/ 2451340 h 10343546"/>
              <a:gd name="connsiteX3-77" fmla="*/ 722277 w 4912838"/>
              <a:gd name="connsiteY3-78" fmla="*/ 0 h 10343546"/>
              <a:gd name="connsiteX4-79" fmla="*/ 4912837 w 4912838"/>
              <a:gd name="connsiteY4-80" fmla="*/ 10159312 h 10343546"/>
              <a:gd name="connsiteX0-81" fmla="*/ 4912837 w 4912838"/>
              <a:gd name="connsiteY0-82" fmla="*/ 10159312 h 10342702"/>
              <a:gd name="connsiteX1-83" fmla="*/ 2017796 w 4912838"/>
              <a:gd name="connsiteY1-84" fmla="*/ 5266178 h 10342702"/>
              <a:gd name="connsiteX2-85" fmla="*/ 215235 w 4912838"/>
              <a:gd name="connsiteY2-86" fmla="*/ 2451340 h 10342702"/>
              <a:gd name="connsiteX3-87" fmla="*/ 722277 w 4912838"/>
              <a:gd name="connsiteY3-88" fmla="*/ 0 h 10342702"/>
              <a:gd name="connsiteX4-89" fmla="*/ 4912837 w 4912838"/>
              <a:gd name="connsiteY4-90" fmla="*/ 10159312 h 10342702"/>
              <a:gd name="connsiteX0-91" fmla="*/ 6696211 w 6696212"/>
              <a:gd name="connsiteY0-92" fmla="*/ 14247518 h 14361779"/>
              <a:gd name="connsiteX1-93" fmla="*/ 2017796 w 6696212"/>
              <a:gd name="connsiteY1-94" fmla="*/ 5266178 h 14361779"/>
              <a:gd name="connsiteX2-95" fmla="*/ 215235 w 6696212"/>
              <a:gd name="connsiteY2-96" fmla="*/ 2451340 h 14361779"/>
              <a:gd name="connsiteX3-97" fmla="*/ 722277 w 6696212"/>
              <a:gd name="connsiteY3-98" fmla="*/ 0 h 14361779"/>
              <a:gd name="connsiteX4-99" fmla="*/ 6696211 w 6696212"/>
              <a:gd name="connsiteY4-100" fmla="*/ 14247518 h 14361779"/>
              <a:gd name="connsiteX0-101" fmla="*/ 6696211 w 6696212"/>
              <a:gd name="connsiteY0-102" fmla="*/ 14247518 h 14247518"/>
              <a:gd name="connsiteX1-103" fmla="*/ 2017796 w 6696212"/>
              <a:gd name="connsiteY1-104" fmla="*/ 5266178 h 14247518"/>
              <a:gd name="connsiteX2-105" fmla="*/ 215235 w 6696212"/>
              <a:gd name="connsiteY2-106" fmla="*/ 2451340 h 14247518"/>
              <a:gd name="connsiteX3-107" fmla="*/ 722277 w 6696212"/>
              <a:gd name="connsiteY3-108" fmla="*/ 0 h 14247518"/>
              <a:gd name="connsiteX4-109" fmla="*/ 6696211 w 6696212"/>
              <a:gd name="connsiteY4-110" fmla="*/ 14247518 h 14247518"/>
              <a:gd name="connsiteX0-111" fmla="*/ 7570201 w 7570202"/>
              <a:gd name="connsiteY0-112" fmla="*/ 14239742 h 14239742"/>
              <a:gd name="connsiteX1-113" fmla="*/ 2891786 w 7570202"/>
              <a:gd name="connsiteY1-114" fmla="*/ 5258402 h 14239742"/>
              <a:gd name="connsiteX2-115" fmla="*/ 1089225 w 7570202"/>
              <a:gd name="connsiteY2-116" fmla="*/ 2443564 h 14239742"/>
              <a:gd name="connsiteX3-117" fmla="*/ 488445 w 7570202"/>
              <a:gd name="connsiteY3-118" fmla="*/ 0 h 14239742"/>
              <a:gd name="connsiteX4-119" fmla="*/ 7570201 w 7570202"/>
              <a:gd name="connsiteY4-120" fmla="*/ 14239742 h 14239742"/>
              <a:gd name="connsiteX0-121" fmla="*/ 7634493 w 7634494"/>
              <a:gd name="connsiteY0-122" fmla="*/ 14239742 h 14239742"/>
              <a:gd name="connsiteX1-123" fmla="*/ 2956078 w 7634494"/>
              <a:gd name="connsiteY1-124" fmla="*/ 5258402 h 14239742"/>
              <a:gd name="connsiteX2-125" fmla="*/ 753781 w 7634494"/>
              <a:gd name="connsiteY2-126" fmla="*/ 2349752 h 14239742"/>
              <a:gd name="connsiteX3-127" fmla="*/ 552737 w 7634494"/>
              <a:gd name="connsiteY3-128" fmla="*/ 0 h 14239742"/>
              <a:gd name="connsiteX4-129" fmla="*/ 7634493 w 7634494"/>
              <a:gd name="connsiteY4-130" fmla="*/ 14239742 h 14239742"/>
              <a:gd name="connsiteX0-131" fmla="*/ 7634493 w 7634494"/>
              <a:gd name="connsiteY0-132" fmla="*/ 14239742 h 14239742"/>
              <a:gd name="connsiteX1-133" fmla="*/ 2585204 w 7634494"/>
              <a:gd name="connsiteY1-134" fmla="*/ 5326384 h 14239742"/>
              <a:gd name="connsiteX2-135" fmla="*/ 753781 w 7634494"/>
              <a:gd name="connsiteY2-136" fmla="*/ 2349752 h 14239742"/>
              <a:gd name="connsiteX3-137" fmla="*/ 552737 w 7634494"/>
              <a:gd name="connsiteY3-138" fmla="*/ 0 h 14239742"/>
              <a:gd name="connsiteX4-139" fmla="*/ 7634493 w 7634494"/>
              <a:gd name="connsiteY4-140" fmla="*/ 14239742 h 14239742"/>
              <a:gd name="connsiteX0-141" fmla="*/ 7682941 w 7682942"/>
              <a:gd name="connsiteY0-142" fmla="*/ 14239742 h 14239742"/>
              <a:gd name="connsiteX1-143" fmla="*/ 2633652 w 7682942"/>
              <a:gd name="connsiteY1-144" fmla="*/ 5326384 h 14239742"/>
              <a:gd name="connsiteX2-145" fmla="*/ 558177 w 7682942"/>
              <a:gd name="connsiteY2-146" fmla="*/ 2264291 h 14239742"/>
              <a:gd name="connsiteX3-147" fmla="*/ 601185 w 7682942"/>
              <a:gd name="connsiteY3-148" fmla="*/ 0 h 14239742"/>
              <a:gd name="connsiteX4-149" fmla="*/ 7682941 w 7682942"/>
              <a:gd name="connsiteY4-150" fmla="*/ 14239742 h 14239742"/>
              <a:gd name="connsiteX0-151" fmla="*/ 7682941 w 7682942"/>
              <a:gd name="connsiteY0-152" fmla="*/ 14239742 h 14239742"/>
              <a:gd name="connsiteX1-153" fmla="*/ 3826355 w 7682942"/>
              <a:gd name="connsiteY1-154" fmla="*/ 7737312 h 14239742"/>
              <a:gd name="connsiteX2-155" fmla="*/ 558177 w 7682942"/>
              <a:gd name="connsiteY2-156" fmla="*/ 2264291 h 14239742"/>
              <a:gd name="connsiteX3-157" fmla="*/ 601185 w 7682942"/>
              <a:gd name="connsiteY3-158" fmla="*/ 0 h 14239742"/>
              <a:gd name="connsiteX4-159" fmla="*/ 7682941 w 7682942"/>
              <a:gd name="connsiteY4-160" fmla="*/ 14239742 h 14239742"/>
              <a:gd name="connsiteX0-161" fmla="*/ 7682941 w 7682942"/>
              <a:gd name="connsiteY0-162" fmla="*/ 14239742 h 14239742"/>
              <a:gd name="connsiteX1-163" fmla="*/ 3826355 w 7682942"/>
              <a:gd name="connsiteY1-164" fmla="*/ 7737312 h 14239742"/>
              <a:gd name="connsiteX2-165" fmla="*/ 558177 w 7682942"/>
              <a:gd name="connsiteY2-166" fmla="*/ 2264291 h 14239742"/>
              <a:gd name="connsiteX3-167" fmla="*/ 601185 w 7682942"/>
              <a:gd name="connsiteY3-168" fmla="*/ 0 h 14239742"/>
              <a:gd name="connsiteX4-169" fmla="*/ 7682941 w 7682942"/>
              <a:gd name="connsiteY4-170" fmla="*/ 14239742 h 14239742"/>
              <a:gd name="connsiteX0-171" fmla="*/ 7696979 w 7696980"/>
              <a:gd name="connsiteY0-172" fmla="*/ 14239742 h 14239742"/>
              <a:gd name="connsiteX1-173" fmla="*/ 3840393 w 7696980"/>
              <a:gd name="connsiteY1-174" fmla="*/ 7737312 h 14239742"/>
              <a:gd name="connsiteX2-175" fmla="*/ 508818 w 7696980"/>
              <a:gd name="connsiteY2-176" fmla="*/ 1828490 h 14239742"/>
              <a:gd name="connsiteX3-177" fmla="*/ 615223 w 7696980"/>
              <a:gd name="connsiteY3-178" fmla="*/ 0 h 14239742"/>
              <a:gd name="connsiteX4-179" fmla="*/ 7696979 w 7696980"/>
              <a:gd name="connsiteY4-180" fmla="*/ 14239742 h 14239742"/>
              <a:gd name="connsiteX0-181" fmla="*/ 7616346 w 7616347"/>
              <a:gd name="connsiteY0-182" fmla="*/ 14239742 h 14239742"/>
              <a:gd name="connsiteX1-183" fmla="*/ 3759760 w 7616347"/>
              <a:gd name="connsiteY1-184" fmla="*/ 7737312 h 14239742"/>
              <a:gd name="connsiteX2-185" fmla="*/ 838627 w 7616347"/>
              <a:gd name="connsiteY2-186" fmla="*/ 2555598 h 14239742"/>
              <a:gd name="connsiteX3-187" fmla="*/ 534590 w 7616347"/>
              <a:gd name="connsiteY3-188" fmla="*/ 0 h 14239742"/>
              <a:gd name="connsiteX4-189" fmla="*/ 7616346 w 7616347"/>
              <a:gd name="connsiteY4-190" fmla="*/ 14239742 h 14239742"/>
              <a:gd name="connsiteX0-191" fmla="*/ 7673855 w 7673856"/>
              <a:gd name="connsiteY0-192" fmla="*/ 14239742 h 14239742"/>
              <a:gd name="connsiteX1-193" fmla="*/ 3817269 w 7673856"/>
              <a:gd name="connsiteY1-194" fmla="*/ 7737312 h 14239742"/>
              <a:gd name="connsiteX2-195" fmla="*/ 896136 w 7673856"/>
              <a:gd name="connsiteY2-196" fmla="*/ 2555598 h 14239742"/>
              <a:gd name="connsiteX3-197" fmla="*/ 592099 w 7673856"/>
              <a:gd name="connsiteY3-198" fmla="*/ 0 h 14239742"/>
              <a:gd name="connsiteX4-199" fmla="*/ 7673855 w 7673856"/>
              <a:gd name="connsiteY4-200" fmla="*/ 14239742 h 14239742"/>
              <a:gd name="connsiteX0-201" fmla="*/ 7577590 w 7577591"/>
              <a:gd name="connsiteY0-202" fmla="*/ 14197188 h 14197188"/>
              <a:gd name="connsiteX1-203" fmla="*/ 3721004 w 7577591"/>
              <a:gd name="connsiteY1-204" fmla="*/ 7694758 h 14197188"/>
              <a:gd name="connsiteX2-205" fmla="*/ 799871 w 7577591"/>
              <a:gd name="connsiteY2-206" fmla="*/ 2513044 h 14197188"/>
              <a:gd name="connsiteX3-207" fmla="*/ 618351 w 7577591"/>
              <a:gd name="connsiteY3-208" fmla="*/ 0 h 14197188"/>
              <a:gd name="connsiteX4-209" fmla="*/ 7577590 w 7577591"/>
              <a:gd name="connsiteY4-210" fmla="*/ 14197188 h 14197188"/>
              <a:gd name="connsiteX0-211" fmla="*/ 7602036 w 7602037"/>
              <a:gd name="connsiteY0-212" fmla="*/ 14260633 h 14260633"/>
              <a:gd name="connsiteX1-213" fmla="*/ 3745450 w 7602037"/>
              <a:gd name="connsiteY1-214" fmla="*/ 7758203 h 14260633"/>
              <a:gd name="connsiteX2-215" fmla="*/ 824317 w 7602037"/>
              <a:gd name="connsiteY2-216" fmla="*/ 2576489 h 14260633"/>
              <a:gd name="connsiteX3-217" fmla="*/ 611406 w 7602037"/>
              <a:gd name="connsiteY3-218" fmla="*/ 0 h 14260633"/>
              <a:gd name="connsiteX4-219" fmla="*/ 7602036 w 7602037"/>
              <a:gd name="connsiteY4-220" fmla="*/ 14260633 h 14260633"/>
              <a:gd name="connsiteX0-221" fmla="*/ 7849482 w 7849480"/>
              <a:gd name="connsiteY0-222" fmla="*/ 14248058 h 14248059"/>
              <a:gd name="connsiteX1-223" fmla="*/ 3745450 w 7849480"/>
              <a:gd name="connsiteY1-224" fmla="*/ 7758203 h 14248059"/>
              <a:gd name="connsiteX2-225" fmla="*/ 824317 w 7849480"/>
              <a:gd name="connsiteY2-226" fmla="*/ 2576489 h 14248059"/>
              <a:gd name="connsiteX3-227" fmla="*/ 611406 w 7849480"/>
              <a:gd name="connsiteY3-228" fmla="*/ 0 h 14248059"/>
              <a:gd name="connsiteX4-229" fmla="*/ 7849482 w 7849480"/>
              <a:gd name="connsiteY4-230" fmla="*/ 14248058 h 14248059"/>
              <a:gd name="connsiteX0-231" fmla="*/ 7672923 w 7672925"/>
              <a:gd name="connsiteY0-232" fmla="*/ 14292354 h 14292354"/>
              <a:gd name="connsiteX1-233" fmla="*/ 3568891 w 7672925"/>
              <a:gd name="connsiteY1-234" fmla="*/ 7802499 h 14292354"/>
              <a:gd name="connsiteX2-235" fmla="*/ 647758 w 7672925"/>
              <a:gd name="connsiteY2-236" fmla="*/ 2620785 h 14292354"/>
              <a:gd name="connsiteX3-237" fmla="*/ 666599 w 7672925"/>
              <a:gd name="connsiteY3-238" fmla="*/ -1 h 14292354"/>
              <a:gd name="connsiteX4-239" fmla="*/ 7672923 w 7672925"/>
              <a:gd name="connsiteY4-240" fmla="*/ 14292354 h 14292354"/>
              <a:gd name="connsiteX0-241" fmla="*/ 7383947 w 7383945"/>
              <a:gd name="connsiteY0-242" fmla="*/ 14274078 h 14274078"/>
              <a:gd name="connsiteX1-243" fmla="*/ 3279915 w 7383945"/>
              <a:gd name="connsiteY1-244" fmla="*/ 7784223 h 14274078"/>
              <a:gd name="connsiteX2-245" fmla="*/ 358782 w 7383945"/>
              <a:gd name="connsiteY2-246" fmla="*/ 2602509 h 14274078"/>
              <a:gd name="connsiteX3-247" fmla="*/ 795392 w 7383945"/>
              <a:gd name="connsiteY3-248" fmla="*/ 0 h 14274078"/>
              <a:gd name="connsiteX4-249" fmla="*/ 7383947 w 7383945"/>
              <a:gd name="connsiteY4-250" fmla="*/ 14274078 h 14274078"/>
              <a:gd name="connsiteX0-251" fmla="*/ 7391788 w 7391788"/>
              <a:gd name="connsiteY0-252" fmla="*/ 14252318 h 14252318"/>
              <a:gd name="connsiteX1-253" fmla="*/ 3279915 w 7391788"/>
              <a:gd name="connsiteY1-254" fmla="*/ 7784223 h 14252318"/>
              <a:gd name="connsiteX2-255" fmla="*/ 358782 w 7391788"/>
              <a:gd name="connsiteY2-256" fmla="*/ 2602509 h 14252318"/>
              <a:gd name="connsiteX3-257" fmla="*/ 795392 w 7391788"/>
              <a:gd name="connsiteY3-258" fmla="*/ 0 h 14252318"/>
              <a:gd name="connsiteX4-259" fmla="*/ 7391788 w 7391788"/>
              <a:gd name="connsiteY4-260" fmla="*/ 14252318 h 14252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391788" h="14252318">
                <a:moveTo>
                  <a:pt x="7391788" y="14252318"/>
                </a:moveTo>
                <a:cubicBezTo>
                  <a:pt x="5360549" y="13507428"/>
                  <a:pt x="4452083" y="9725858"/>
                  <a:pt x="3279915" y="7784223"/>
                </a:cubicBezTo>
                <a:cubicBezTo>
                  <a:pt x="2107747" y="5842588"/>
                  <a:pt x="112894" y="4034223"/>
                  <a:pt x="358782" y="2602509"/>
                </a:cubicBezTo>
                <a:cubicBezTo>
                  <a:pt x="383714" y="1093286"/>
                  <a:pt x="-705930" y="0"/>
                  <a:pt x="795392" y="0"/>
                </a:cubicBezTo>
                <a:cubicBezTo>
                  <a:pt x="1588194" y="1942138"/>
                  <a:pt x="6598986" y="12310180"/>
                  <a:pt x="7391788" y="14252318"/>
                </a:cubicBezTo>
                <a:close/>
              </a:path>
            </a:pathLst>
          </a:custGeom>
          <a:solidFill>
            <a:srgbClr val="04926A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5911709" y="799465"/>
            <a:ext cx="0" cy="550800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3">
                <a:extLst>
                  <a:ext uri="{FF2B5EF4-FFF2-40B4-BE49-F238E27FC236}">
                    <a16:creationId xmlns:a16="http://schemas.microsoft.com/office/drawing/2014/main" id="{64E8DE10-80EF-A5A0-6F0E-2A78E4B52ECE}"/>
                  </a:ext>
                </a:extLst>
              </p:cNvPr>
              <p:cNvSpPr txBox="1"/>
              <p:nvPr/>
            </p:nvSpPr>
            <p:spPr bwMode="auto">
              <a:xfrm>
                <a:off x="2355682" y="2440106"/>
                <a:ext cx="805957" cy="1175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3">
                <a:extLst>
                  <a:ext uri="{FF2B5EF4-FFF2-40B4-BE49-F238E27FC236}">
                    <a16:creationId xmlns:a16="http://schemas.microsoft.com/office/drawing/2014/main" id="{64E8DE10-80EF-A5A0-6F0E-2A78E4B52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682" y="2440106"/>
                <a:ext cx="805957" cy="1175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4">
                <a:extLst>
                  <a:ext uri="{FF2B5EF4-FFF2-40B4-BE49-F238E27FC236}">
                    <a16:creationId xmlns:a16="http://schemas.microsoft.com/office/drawing/2014/main" id="{CBB79394-3FAF-B096-CFEE-C0A87530A1D4}"/>
                  </a:ext>
                </a:extLst>
              </p:cNvPr>
              <p:cNvSpPr txBox="1"/>
              <p:nvPr/>
            </p:nvSpPr>
            <p:spPr bwMode="auto">
              <a:xfrm>
                <a:off x="3742389" y="2434401"/>
                <a:ext cx="805953" cy="11738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34">
                <a:extLst>
                  <a:ext uri="{FF2B5EF4-FFF2-40B4-BE49-F238E27FC236}">
                    <a16:creationId xmlns:a16="http://schemas.microsoft.com/office/drawing/2014/main" id="{CBB79394-3FAF-B096-CFEE-C0A87530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2389" y="2434401"/>
                <a:ext cx="805953" cy="11738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5">
                <a:extLst>
                  <a:ext uri="{FF2B5EF4-FFF2-40B4-BE49-F238E27FC236}">
                    <a16:creationId xmlns:a16="http://schemas.microsoft.com/office/drawing/2014/main" id="{178B3B84-2FF2-EF7C-F54B-128751C8D82A}"/>
                  </a:ext>
                </a:extLst>
              </p:cNvPr>
              <p:cNvSpPr txBox="1"/>
              <p:nvPr/>
            </p:nvSpPr>
            <p:spPr bwMode="auto">
              <a:xfrm>
                <a:off x="2355682" y="3465161"/>
                <a:ext cx="805956" cy="11459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35">
                <a:extLst>
                  <a:ext uri="{FF2B5EF4-FFF2-40B4-BE49-F238E27FC236}">
                    <a16:creationId xmlns:a16="http://schemas.microsoft.com/office/drawing/2014/main" id="{178B3B84-2FF2-EF7C-F54B-128751C8D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5682" y="3465161"/>
                <a:ext cx="805956" cy="1145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6">
                <a:extLst>
                  <a:ext uri="{FF2B5EF4-FFF2-40B4-BE49-F238E27FC236}">
                    <a16:creationId xmlns:a16="http://schemas.microsoft.com/office/drawing/2014/main" id="{07070089-DA68-7003-3F87-08524A31719C}"/>
                  </a:ext>
                </a:extLst>
              </p:cNvPr>
              <p:cNvSpPr txBox="1"/>
              <p:nvPr/>
            </p:nvSpPr>
            <p:spPr bwMode="auto">
              <a:xfrm>
                <a:off x="3742389" y="3465587"/>
                <a:ext cx="981107" cy="10701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36">
                <a:extLst>
                  <a:ext uri="{FF2B5EF4-FFF2-40B4-BE49-F238E27FC236}">
                    <a16:creationId xmlns:a16="http://schemas.microsoft.com/office/drawing/2014/main" id="{07070089-DA68-7003-3F87-08524A31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2389" y="3465587"/>
                <a:ext cx="981107" cy="10701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4">
                <a:extLst>
                  <a:ext uri="{FF2B5EF4-FFF2-40B4-BE49-F238E27FC236}">
                    <a16:creationId xmlns:a16="http://schemas.microsoft.com/office/drawing/2014/main" id="{FE6B7036-91DC-527B-885E-CAD17FF31907}"/>
                  </a:ext>
                </a:extLst>
              </p:cNvPr>
              <p:cNvSpPr txBox="1"/>
              <p:nvPr/>
            </p:nvSpPr>
            <p:spPr bwMode="auto">
              <a:xfrm>
                <a:off x="1262326" y="2655416"/>
                <a:ext cx="656049" cy="5978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4">
                <a:extLst>
                  <a:ext uri="{FF2B5EF4-FFF2-40B4-BE49-F238E27FC236}">
                    <a16:creationId xmlns:a16="http://schemas.microsoft.com/office/drawing/2014/main" id="{FE6B7036-91DC-527B-885E-CAD17FF31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326" y="2655416"/>
                <a:ext cx="656049" cy="597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5">
                <a:extLst>
                  <a:ext uri="{FF2B5EF4-FFF2-40B4-BE49-F238E27FC236}">
                    <a16:creationId xmlns:a16="http://schemas.microsoft.com/office/drawing/2014/main" id="{9D96992E-1396-2CBD-F913-BCA35663CCE6}"/>
                  </a:ext>
                </a:extLst>
              </p:cNvPr>
              <p:cNvSpPr txBox="1"/>
              <p:nvPr/>
            </p:nvSpPr>
            <p:spPr bwMode="auto">
              <a:xfrm>
                <a:off x="1675740" y="2664153"/>
                <a:ext cx="771287" cy="5423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55">
                <a:extLst>
                  <a:ext uri="{FF2B5EF4-FFF2-40B4-BE49-F238E27FC236}">
                    <a16:creationId xmlns:a16="http://schemas.microsoft.com/office/drawing/2014/main" id="{9D96992E-1396-2CBD-F913-BCA35663C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5740" y="2664153"/>
                <a:ext cx="771287" cy="5423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6">
                <a:extLst>
                  <a:ext uri="{FF2B5EF4-FFF2-40B4-BE49-F238E27FC236}">
                    <a16:creationId xmlns:a16="http://schemas.microsoft.com/office/drawing/2014/main" id="{064A81B0-771B-2AC3-9D75-A40734C821B0}"/>
                  </a:ext>
                </a:extLst>
              </p:cNvPr>
              <p:cNvSpPr txBox="1"/>
              <p:nvPr/>
            </p:nvSpPr>
            <p:spPr bwMode="auto">
              <a:xfrm>
                <a:off x="3039845" y="2664702"/>
                <a:ext cx="930555" cy="6912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56">
                <a:extLst>
                  <a:ext uri="{FF2B5EF4-FFF2-40B4-BE49-F238E27FC236}">
                    <a16:creationId xmlns:a16="http://schemas.microsoft.com/office/drawing/2014/main" id="{064A81B0-771B-2AC3-9D75-A40734C82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9845" y="2664702"/>
                <a:ext cx="930555" cy="6912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7">
                <a:extLst>
                  <a:ext uri="{FF2B5EF4-FFF2-40B4-BE49-F238E27FC236}">
                    <a16:creationId xmlns:a16="http://schemas.microsoft.com/office/drawing/2014/main" id="{2CCC7DF4-66F0-C4AD-BE6C-E12550D6FBF1}"/>
                  </a:ext>
                </a:extLst>
              </p:cNvPr>
              <p:cNvSpPr txBox="1"/>
              <p:nvPr/>
            </p:nvSpPr>
            <p:spPr bwMode="auto">
              <a:xfrm>
                <a:off x="4434195" y="2668537"/>
                <a:ext cx="521834" cy="400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57">
                <a:extLst>
                  <a:ext uri="{FF2B5EF4-FFF2-40B4-BE49-F238E27FC236}">
                    <a16:creationId xmlns:a16="http://schemas.microsoft.com/office/drawing/2014/main" id="{2CCC7DF4-66F0-C4AD-BE6C-E12550D6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4195" y="2668537"/>
                <a:ext cx="521834" cy="400403"/>
              </a:xfrm>
              <a:prstGeom prst="rect">
                <a:avLst/>
              </a:prstGeom>
              <a:blipFill>
                <a:blip r:embed="rId9"/>
                <a:stretch>
                  <a:fillRect r="-209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8">
                <a:extLst>
                  <a:ext uri="{FF2B5EF4-FFF2-40B4-BE49-F238E27FC236}">
                    <a16:creationId xmlns:a16="http://schemas.microsoft.com/office/drawing/2014/main" id="{4E5701BB-DFAB-2005-5AC4-C97E8633DEFC}"/>
                  </a:ext>
                </a:extLst>
              </p:cNvPr>
              <p:cNvSpPr txBox="1"/>
              <p:nvPr/>
            </p:nvSpPr>
            <p:spPr bwMode="auto">
              <a:xfrm>
                <a:off x="1273972" y="3684070"/>
                <a:ext cx="602244" cy="5895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58">
                <a:extLst>
                  <a:ext uri="{FF2B5EF4-FFF2-40B4-BE49-F238E27FC236}">
                    <a16:creationId xmlns:a16="http://schemas.microsoft.com/office/drawing/2014/main" id="{4E5701BB-DFAB-2005-5AC4-C97E8633D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3972" y="3684070"/>
                <a:ext cx="602244" cy="5895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9">
                <a:extLst>
                  <a:ext uri="{FF2B5EF4-FFF2-40B4-BE49-F238E27FC236}">
                    <a16:creationId xmlns:a16="http://schemas.microsoft.com/office/drawing/2014/main" id="{AE501DAB-5463-3D21-69A9-57945065EA36}"/>
                  </a:ext>
                </a:extLst>
              </p:cNvPr>
              <p:cNvSpPr txBox="1"/>
              <p:nvPr/>
            </p:nvSpPr>
            <p:spPr bwMode="auto">
              <a:xfrm>
                <a:off x="1675740" y="3693641"/>
                <a:ext cx="836773" cy="649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59">
                <a:extLst>
                  <a:ext uri="{FF2B5EF4-FFF2-40B4-BE49-F238E27FC236}">
                    <a16:creationId xmlns:a16="http://schemas.microsoft.com/office/drawing/2014/main" id="{AE501DAB-5463-3D21-69A9-57945065E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5740" y="3693641"/>
                <a:ext cx="836773" cy="649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60">
                <a:extLst>
                  <a:ext uri="{FF2B5EF4-FFF2-40B4-BE49-F238E27FC236}">
                    <a16:creationId xmlns:a16="http://schemas.microsoft.com/office/drawing/2014/main" id="{400EEB2D-5DAA-1FAC-6254-9E070D027795}"/>
                  </a:ext>
                </a:extLst>
              </p:cNvPr>
              <p:cNvSpPr txBox="1"/>
              <p:nvPr/>
            </p:nvSpPr>
            <p:spPr bwMode="auto">
              <a:xfrm>
                <a:off x="3039845" y="3693131"/>
                <a:ext cx="868690" cy="6006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60">
                <a:extLst>
                  <a:ext uri="{FF2B5EF4-FFF2-40B4-BE49-F238E27FC236}">
                    <a16:creationId xmlns:a16="http://schemas.microsoft.com/office/drawing/2014/main" id="{400EEB2D-5DAA-1FAC-6254-9E070D027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9845" y="3693131"/>
                <a:ext cx="868690" cy="6006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89">
                <a:extLst>
                  <a:ext uri="{FF2B5EF4-FFF2-40B4-BE49-F238E27FC236}">
                    <a16:creationId xmlns:a16="http://schemas.microsoft.com/office/drawing/2014/main" id="{40C8D823-0C58-C89B-3F08-FEDED69C3365}"/>
                  </a:ext>
                </a:extLst>
              </p:cNvPr>
              <p:cNvSpPr txBox="1"/>
              <p:nvPr/>
            </p:nvSpPr>
            <p:spPr bwMode="auto">
              <a:xfrm>
                <a:off x="4434195" y="3683721"/>
                <a:ext cx="687969" cy="5944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89">
                <a:extLst>
                  <a:ext uri="{FF2B5EF4-FFF2-40B4-BE49-F238E27FC236}">
                    <a16:creationId xmlns:a16="http://schemas.microsoft.com/office/drawing/2014/main" id="{40C8D823-0C58-C89B-3F08-FEDED69C3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4195" y="3683721"/>
                <a:ext cx="687969" cy="5944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67">
            <a:extLst>
              <a:ext uri="{FF2B5EF4-FFF2-40B4-BE49-F238E27FC236}">
                <a16:creationId xmlns:a16="http://schemas.microsoft.com/office/drawing/2014/main" id="{C205F4A7-B992-B28C-4CA9-F246BCE1759A}"/>
              </a:ext>
            </a:extLst>
          </p:cNvPr>
          <p:cNvSpPr txBox="1">
            <a:spLocks noChangeArrowheads="1"/>
          </p:cNvSpPr>
          <p:nvPr/>
        </p:nvSpPr>
        <p:spPr>
          <a:xfrm>
            <a:off x="7560815" y="1337966"/>
            <a:ext cx="3527885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二元线性代数方程组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E724AD-C2DD-193D-F9E7-5BAE6A847825}"/>
              </a:ext>
            </a:extLst>
          </p:cNvPr>
          <p:cNvSpPr txBox="1"/>
          <p:nvPr/>
        </p:nvSpPr>
        <p:spPr bwMode="auto">
          <a:xfrm>
            <a:off x="6551765" y="1289885"/>
            <a:ext cx="906017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3">
                <a:extLst>
                  <a:ext uri="{FF2B5EF4-FFF2-40B4-BE49-F238E27FC236}">
                    <a16:creationId xmlns:a16="http://schemas.microsoft.com/office/drawing/2014/main" id="{6DDE1C36-C71F-1B01-867F-2D51FE7B6DEE}"/>
                  </a:ext>
                </a:extLst>
              </p:cNvPr>
              <p:cNvSpPr txBox="1"/>
              <p:nvPr/>
            </p:nvSpPr>
            <p:spPr>
              <a:xfrm>
                <a:off x="6570571" y="3861870"/>
                <a:ext cx="4754409" cy="18721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zh-CN" altLang="en-US" sz="28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8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对象 3">
                <a:extLst>
                  <a:ext uri="{FF2B5EF4-FFF2-40B4-BE49-F238E27FC236}">
                    <a16:creationId xmlns:a16="http://schemas.microsoft.com/office/drawing/2014/main" id="{6DDE1C36-C71F-1B01-867F-2D51FE7B6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571" y="3861870"/>
                <a:ext cx="4754409" cy="18721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4">
                <a:extLst>
                  <a:ext uri="{FF2B5EF4-FFF2-40B4-BE49-F238E27FC236}">
                    <a16:creationId xmlns:a16="http://schemas.microsoft.com/office/drawing/2014/main" id="{BEC06C19-B9AC-F8F4-4335-437C2A28CE33}"/>
                  </a:ext>
                </a:extLst>
              </p:cNvPr>
              <p:cNvSpPr txBox="1"/>
              <p:nvPr/>
            </p:nvSpPr>
            <p:spPr>
              <a:xfrm>
                <a:off x="7560815" y="1929151"/>
                <a:ext cx="2935583" cy="111986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对象 4">
                <a:extLst>
                  <a:ext uri="{FF2B5EF4-FFF2-40B4-BE49-F238E27FC236}">
                    <a16:creationId xmlns:a16="http://schemas.microsoft.com/office/drawing/2014/main" id="{BEC06C19-B9AC-F8F4-4335-437C2A28C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815" y="1929151"/>
                <a:ext cx="2935583" cy="11198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2E922E78-48F5-001F-E1FE-FF661A782BDD}"/>
              </a:ext>
            </a:extLst>
          </p:cNvPr>
          <p:cNvSpPr txBox="1"/>
          <p:nvPr/>
        </p:nvSpPr>
        <p:spPr bwMode="auto">
          <a:xfrm>
            <a:off x="6546529" y="3170207"/>
            <a:ext cx="162095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解的公式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EB0642CE-F061-495A-D1F1-E16E863C4E3B}"/>
                  </a:ext>
                </a:extLst>
              </p:cNvPr>
              <p:cNvSpPr txBox="1"/>
              <p:nvPr/>
            </p:nvSpPr>
            <p:spPr bwMode="auto">
              <a:xfrm>
                <a:off x="1025526" y="2813049"/>
                <a:ext cx="458351" cy="1367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eqArr>
                                    <m:eqArr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kumimoji="1" lang="zh-CN" altLang="en-US" sz="28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kumimoji="1" lang="zh-CN" altLang="en-US" sz="28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</m:mr>
                                            <m:mr>
                                              <m:e/>
                                            </m:mr>
                                          </m:m>
                                        </m:e>
                                      </m:eqArr>
                                    </m:e>
                                  </m:eqAr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EB0642CE-F061-495A-D1F1-E16E863C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5526" y="2813049"/>
                <a:ext cx="458351" cy="13670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2" grpId="0"/>
      <p:bldP spid="15" grpId="0"/>
      <p:bldP spid="16" grpId="0"/>
      <p:bldP spid="17" grpId="0"/>
      <p:bldP spid="18" grpId="0"/>
      <p:bldP spid="19" grpId="0"/>
      <p:bldP spid="20" grpId="0"/>
      <p:bldP spid="26" grpId="0"/>
      <p:bldP spid="27" grpId="0"/>
      <p:bldP spid="28" grpId="0" animBg="1"/>
      <p:bldP spid="29" grpId="0"/>
      <p:bldP spid="30" grpId="0"/>
      <p:bldP spid="31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3">
                <a:extLst>
                  <a:ext uri="{FF2B5EF4-FFF2-40B4-BE49-F238E27FC236}">
                    <a16:creationId xmlns:a16="http://schemas.microsoft.com/office/drawing/2014/main" id="{74D408B9-235C-8DCB-0A83-D5EB2C683839}"/>
                  </a:ext>
                </a:extLst>
              </p:cNvPr>
              <p:cNvSpPr txBox="1"/>
              <p:nvPr/>
            </p:nvSpPr>
            <p:spPr bwMode="auto">
              <a:xfrm>
                <a:off x="4210691" y="2628477"/>
                <a:ext cx="2966181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9" name="Object 13">
                <a:extLst>
                  <a:ext uri="{FF2B5EF4-FFF2-40B4-BE49-F238E27FC236}">
                    <a16:creationId xmlns:a16="http://schemas.microsoft.com/office/drawing/2014/main" id="{74D408B9-235C-8DCB-0A83-D5EB2C68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0691" y="2628477"/>
                <a:ext cx="2966181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12">
            <a:extLst>
              <a:ext uri="{FF2B5EF4-FFF2-40B4-BE49-F238E27FC236}">
                <a16:creationId xmlns:a16="http://schemas.microsoft.com/office/drawing/2014/main" id="{D5E74D04-FD3D-F3D5-AA24-993287ABD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815" y="1181208"/>
            <a:ext cx="3310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在点 </a:t>
            </a:r>
            <a:r>
              <a:rPr kumimoji="1" lang="en-US" altLang="zh-CN" sz="2800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P</a:t>
            </a:r>
            <a:r>
              <a:rPr kumimoji="1" lang="en-US" altLang="zh-CN" sz="2800" b="1" i="1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的某邻域内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33">
                <a:extLst>
                  <a:ext uri="{FF2B5EF4-FFF2-40B4-BE49-F238E27FC236}">
                    <a16:creationId xmlns:a16="http://schemas.microsoft.com/office/drawing/2014/main" id="{1A74E8FC-6D66-D2D6-49E5-CE68D19B9DDB}"/>
                  </a:ext>
                </a:extLst>
              </p:cNvPr>
              <p:cNvSpPr txBox="1"/>
              <p:nvPr/>
            </p:nvSpPr>
            <p:spPr bwMode="auto">
              <a:xfrm>
                <a:off x="3669130" y="548587"/>
                <a:ext cx="711200" cy="9374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2" name="Object 33">
                <a:extLst>
                  <a:ext uri="{FF2B5EF4-FFF2-40B4-BE49-F238E27FC236}">
                    <a16:creationId xmlns:a16="http://schemas.microsoft.com/office/drawing/2014/main" id="{1A74E8FC-6D66-D2D6-49E5-CE68D19B9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9130" y="548587"/>
                <a:ext cx="711200" cy="9374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34">
                <a:extLst>
                  <a:ext uri="{FF2B5EF4-FFF2-40B4-BE49-F238E27FC236}">
                    <a16:creationId xmlns:a16="http://schemas.microsoft.com/office/drawing/2014/main" id="{FCE20662-57E6-ADE7-5257-297D1D0E0A11}"/>
                  </a:ext>
                </a:extLst>
              </p:cNvPr>
              <p:cNvSpPr txBox="1"/>
              <p:nvPr/>
            </p:nvSpPr>
            <p:spPr bwMode="auto">
              <a:xfrm>
                <a:off x="4985367" y="548587"/>
                <a:ext cx="725410" cy="1111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3" name="Object 34">
                <a:extLst>
                  <a:ext uri="{FF2B5EF4-FFF2-40B4-BE49-F238E27FC236}">
                    <a16:creationId xmlns:a16="http://schemas.microsoft.com/office/drawing/2014/main" id="{FCE20662-57E6-ADE7-5257-297D1D0E0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5367" y="548587"/>
                <a:ext cx="725410" cy="11112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35">
                <a:extLst>
                  <a:ext uri="{FF2B5EF4-FFF2-40B4-BE49-F238E27FC236}">
                    <a16:creationId xmlns:a16="http://schemas.microsoft.com/office/drawing/2014/main" id="{DD5E4BB9-08BE-27E7-6281-F14E9E8FB32C}"/>
                  </a:ext>
                </a:extLst>
              </p:cNvPr>
              <p:cNvSpPr txBox="1"/>
              <p:nvPr/>
            </p:nvSpPr>
            <p:spPr bwMode="auto">
              <a:xfrm>
                <a:off x="3676805" y="1528076"/>
                <a:ext cx="674610" cy="9374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4" name="Object 35">
                <a:extLst>
                  <a:ext uri="{FF2B5EF4-FFF2-40B4-BE49-F238E27FC236}">
                    <a16:creationId xmlns:a16="http://schemas.microsoft.com/office/drawing/2014/main" id="{DD5E4BB9-08BE-27E7-6281-F14E9E8FB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6805" y="1528076"/>
                <a:ext cx="674610" cy="937419"/>
              </a:xfrm>
              <a:prstGeom prst="rect">
                <a:avLst/>
              </a:prstGeom>
              <a:blipFill>
                <a:blip r:embed="rId6"/>
                <a:stretch>
                  <a:fillRect r="-18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36">
                <a:extLst>
                  <a:ext uri="{FF2B5EF4-FFF2-40B4-BE49-F238E27FC236}">
                    <a16:creationId xmlns:a16="http://schemas.microsoft.com/office/drawing/2014/main" id="{C0FEAA50-3CA2-0712-EBD9-3D63D08131B8}"/>
                  </a:ext>
                </a:extLst>
              </p:cNvPr>
              <p:cNvSpPr txBox="1"/>
              <p:nvPr/>
            </p:nvSpPr>
            <p:spPr bwMode="auto">
              <a:xfrm>
                <a:off x="4957778" y="1520141"/>
                <a:ext cx="685800" cy="1015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5" name="Object 36">
                <a:extLst>
                  <a:ext uri="{FF2B5EF4-FFF2-40B4-BE49-F238E27FC236}">
                    <a16:creationId xmlns:a16="http://schemas.microsoft.com/office/drawing/2014/main" id="{C0FEAA50-3CA2-0712-EBD9-3D63D081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7778" y="1520141"/>
                <a:ext cx="685800" cy="1015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4">
                <a:extLst>
                  <a:ext uri="{FF2B5EF4-FFF2-40B4-BE49-F238E27FC236}">
                    <a16:creationId xmlns:a16="http://schemas.microsoft.com/office/drawing/2014/main" id="{7D9A48F1-0B89-61C4-DF22-61276B82EB8E}"/>
                  </a:ext>
                </a:extLst>
              </p:cNvPr>
              <p:cNvSpPr txBox="1"/>
              <p:nvPr/>
            </p:nvSpPr>
            <p:spPr bwMode="auto">
              <a:xfrm>
                <a:off x="2643265" y="738295"/>
                <a:ext cx="558800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6" name="Object 54">
                <a:extLst>
                  <a:ext uri="{FF2B5EF4-FFF2-40B4-BE49-F238E27FC236}">
                    <a16:creationId xmlns:a16="http://schemas.microsoft.com/office/drawing/2014/main" id="{7D9A48F1-0B89-61C4-DF22-61276B82E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3265" y="738295"/>
                <a:ext cx="558800" cy="641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55">
                <a:extLst>
                  <a:ext uri="{FF2B5EF4-FFF2-40B4-BE49-F238E27FC236}">
                    <a16:creationId xmlns:a16="http://schemas.microsoft.com/office/drawing/2014/main" id="{E3C9E71D-384C-3A6A-5BCE-0F51FE9CDF62}"/>
                  </a:ext>
                </a:extLst>
              </p:cNvPr>
              <p:cNvSpPr txBox="1"/>
              <p:nvPr/>
            </p:nvSpPr>
            <p:spPr bwMode="auto">
              <a:xfrm>
                <a:off x="3011196" y="754692"/>
                <a:ext cx="801610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7" name="Object 55">
                <a:extLst>
                  <a:ext uri="{FF2B5EF4-FFF2-40B4-BE49-F238E27FC236}">
                    <a16:creationId xmlns:a16="http://schemas.microsoft.com/office/drawing/2014/main" id="{E3C9E71D-384C-3A6A-5BCE-0F51FE9CD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1196" y="754692"/>
                <a:ext cx="801610" cy="641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56">
                <a:extLst>
                  <a:ext uri="{FF2B5EF4-FFF2-40B4-BE49-F238E27FC236}">
                    <a16:creationId xmlns:a16="http://schemas.microsoft.com/office/drawing/2014/main" id="{B228944B-5F74-69B6-D6FE-77B5659A3C74}"/>
                  </a:ext>
                </a:extLst>
              </p:cNvPr>
              <p:cNvSpPr txBox="1"/>
              <p:nvPr/>
            </p:nvSpPr>
            <p:spPr bwMode="auto">
              <a:xfrm>
                <a:off x="4363653" y="766682"/>
                <a:ext cx="787400" cy="5429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8" name="Object 56">
                <a:extLst>
                  <a:ext uri="{FF2B5EF4-FFF2-40B4-BE49-F238E27FC236}">
                    <a16:creationId xmlns:a16="http://schemas.microsoft.com/office/drawing/2014/main" id="{B228944B-5F74-69B6-D6FE-77B5659A3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3653" y="766682"/>
                <a:ext cx="787400" cy="5429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57">
                <a:extLst>
                  <a:ext uri="{FF2B5EF4-FFF2-40B4-BE49-F238E27FC236}">
                    <a16:creationId xmlns:a16="http://schemas.microsoft.com/office/drawing/2014/main" id="{959133E8-54E8-9929-404B-0CB6C216AF84}"/>
                  </a:ext>
                </a:extLst>
              </p:cNvPr>
              <p:cNvSpPr txBox="1"/>
              <p:nvPr/>
            </p:nvSpPr>
            <p:spPr bwMode="auto">
              <a:xfrm>
                <a:off x="5773815" y="793859"/>
                <a:ext cx="698962" cy="5157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9" name="Object 57">
                <a:extLst>
                  <a:ext uri="{FF2B5EF4-FFF2-40B4-BE49-F238E27FC236}">
                    <a16:creationId xmlns:a16="http://schemas.microsoft.com/office/drawing/2014/main" id="{959133E8-54E8-9929-404B-0CB6C216A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73815" y="793859"/>
                <a:ext cx="698962" cy="5157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58">
                <a:extLst>
                  <a:ext uri="{FF2B5EF4-FFF2-40B4-BE49-F238E27FC236}">
                    <a16:creationId xmlns:a16="http://schemas.microsoft.com/office/drawing/2014/main" id="{C52FBD1A-09CD-B011-BB00-FCF61330B7DE}"/>
                  </a:ext>
                </a:extLst>
              </p:cNvPr>
              <p:cNvSpPr txBox="1"/>
              <p:nvPr/>
            </p:nvSpPr>
            <p:spPr bwMode="auto">
              <a:xfrm>
                <a:off x="2644853" y="1747945"/>
                <a:ext cx="557212" cy="6357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0" name="Object 58">
                <a:extLst>
                  <a:ext uri="{FF2B5EF4-FFF2-40B4-BE49-F238E27FC236}">
                    <a16:creationId xmlns:a16="http://schemas.microsoft.com/office/drawing/2014/main" id="{C52FBD1A-09CD-B011-BB00-FCF61330B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4853" y="1747945"/>
                <a:ext cx="557212" cy="6357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59">
                <a:extLst>
                  <a:ext uri="{FF2B5EF4-FFF2-40B4-BE49-F238E27FC236}">
                    <a16:creationId xmlns:a16="http://schemas.microsoft.com/office/drawing/2014/main" id="{357A0753-2095-9CA1-DB12-EF49F770F72E}"/>
                  </a:ext>
                </a:extLst>
              </p:cNvPr>
              <p:cNvSpPr txBox="1"/>
              <p:nvPr/>
            </p:nvSpPr>
            <p:spPr bwMode="auto">
              <a:xfrm>
                <a:off x="3034407" y="1755881"/>
                <a:ext cx="801610" cy="6357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1" name="Object 59">
                <a:extLst>
                  <a:ext uri="{FF2B5EF4-FFF2-40B4-BE49-F238E27FC236}">
                    <a16:creationId xmlns:a16="http://schemas.microsoft.com/office/drawing/2014/main" id="{357A0753-2095-9CA1-DB12-EF49F770F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4407" y="1755881"/>
                <a:ext cx="801610" cy="63579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60">
                <a:extLst>
                  <a:ext uri="{FF2B5EF4-FFF2-40B4-BE49-F238E27FC236}">
                    <a16:creationId xmlns:a16="http://schemas.microsoft.com/office/drawing/2014/main" id="{CC2897F6-6117-6C2F-8881-622403271D39}"/>
                  </a:ext>
                </a:extLst>
              </p:cNvPr>
              <p:cNvSpPr txBox="1"/>
              <p:nvPr/>
            </p:nvSpPr>
            <p:spPr bwMode="auto">
              <a:xfrm>
                <a:off x="4340225" y="1755087"/>
                <a:ext cx="736600" cy="6199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2" name="Object 60">
                <a:extLst>
                  <a:ext uri="{FF2B5EF4-FFF2-40B4-BE49-F238E27FC236}">
                    <a16:creationId xmlns:a16="http://schemas.microsoft.com/office/drawing/2014/main" id="{CC2897F6-6117-6C2F-8881-62240327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225" y="1755087"/>
                <a:ext cx="736600" cy="6199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89">
                <a:extLst>
                  <a:ext uri="{FF2B5EF4-FFF2-40B4-BE49-F238E27FC236}">
                    <a16:creationId xmlns:a16="http://schemas.microsoft.com/office/drawing/2014/main" id="{CD62C6FD-D514-3969-C5A6-371F6B83EC58}"/>
                  </a:ext>
                </a:extLst>
              </p:cNvPr>
              <p:cNvSpPr txBox="1"/>
              <p:nvPr/>
            </p:nvSpPr>
            <p:spPr bwMode="auto">
              <a:xfrm>
                <a:off x="5780396" y="1781095"/>
                <a:ext cx="685800" cy="4048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3" name="Object 89">
                <a:extLst>
                  <a:ext uri="{FF2B5EF4-FFF2-40B4-BE49-F238E27FC236}">
                    <a16:creationId xmlns:a16="http://schemas.microsoft.com/office/drawing/2014/main" id="{CD62C6FD-D514-3969-C5A6-371F6B83E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0396" y="1781095"/>
                <a:ext cx="685800" cy="40481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 Box 100">
            <a:extLst>
              <a:ext uri="{FF2B5EF4-FFF2-40B4-BE49-F238E27FC236}">
                <a16:creationId xmlns:a16="http://schemas.microsoft.com/office/drawing/2014/main" id="{481C34DD-5B0A-9F64-0D8D-F665A067B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474" y="2809929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故得</a:t>
            </a:r>
          </a:p>
        </p:txBody>
      </p:sp>
      <p:sp>
        <p:nvSpPr>
          <p:cNvPr id="55" name="Text Box 105">
            <a:extLst>
              <a:ext uri="{FF2B5EF4-FFF2-40B4-BE49-F238E27FC236}">
                <a16:creationId xmlns:a16="http://schemas.microsoft.com/office/drawing/2014/main" id="{04836B31-E781-4D37-011B-15C0851DB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236" y="2809929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系数行列式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72">
                <a:extLst>
                  <a:ext uri="{FF2B5EF4-FFF2-40B4-BE49-F238E27FC236}">
                    <a16:creationId xmlns:a16="http://schemas.microsoft.com/office/drawing/2014/main" id="{10139BFA-E0FD-F813-D08B-A2760911F1FE}"/>
                  </a:ext>
                </a:extLst>
              </p:cNvPr>
              <p:cNvSpPr txBox="1"/>
              <p:nvPr/>
            </p:nvSpPr>
            <p:spPr bwMode="auto">
              <a:xfrm>
                <a:off x="2399375" y="3718948"/>
                <a:ext cx="2873283" cy="12089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6" name="Object 72">
                <a:extLst>
                  <a:ext uri="{FF2B5EF4-FFF2-40B4-BE49-F238E27FC236}">
                    <a16:creationId xmlns:a16="http://schemas.microsoft.com/office/drawing/2014/main" id="{10139BFA-E0FD-F813-D08B-A2760911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9375" y="3718948"/>
                <a:ext cx="2873283" cy="120898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73">
                <a:extLst>
                  <a:ext uri="{FF2B5EF4-FFF2-40B4-BE49-F238E27FC236}">
                    <a16:creationId xmlns:a16="http://schemas.microsoft.com/office/drawing/2014/main" id="{081B9822-E770-F883-8435-707E6D9995AD}"/>
                  </a:ext>
                </a:extLst>
              </p:cNvPr>
              <p:cNvSpPr txBox="1"/>
              <p:nvPr/>
            </p:nvSpPr>
            <p:spPr bwMode="auto">
              <a:xfrm>
                <a:off x="2406549" y="5071542"/>
                <a:ext cx="2873281" cy="11389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7" name="Object 73">
                <a:extLst>
                  <a:ext uri="{FF2B5EF4-FFF2-40B4-BE49-F238E27FC236}">
                    <a16:creationId xmlns:a16="http://schemas.microsoft.com/office/drawing/2014/main" id="{081B9822-E770-F883-8435-707E6D999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6549" y="5071542"/>
                <a:ext cx="2873281" cy="113892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61">
            <a:extLst>
              <a:ext uri="{FF2B5EF4-FFF2-40B4-BE49-F238E27FC236}">
                <a16:creationId xmlns:a16="http://schemas.microsoft.com/office/drawing/2014/main" id="{75F92633-027C-6F44-E13F-A00863014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072" y="465082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同样可得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62">
                <a:extLst>
                  <a:ext uri="{FF2B5EF4-FFF2-40B4-BE49-F238E27FC236}">
                    <a16:creationId xmlns:a16="http://schemas.microsoft.com/office/drawing/2014/main" id="{5DB2A7AF-2E02-D710-0FE1-32018F7BFFA8}"/>
                  </a:ext>
                </a:extLst>
              </p:cNvPr>
              <p:cNvSpPr txBox="1"/>
              <p:nvPr/>
            </p:nvSpPr>
            <p:spPr bwMode="auto">
              <a:xfrm>
                <a:off x="7149962" y="3718948"/>
                <a:ext cx="2873283" cy="1208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" name="Object 62">
                <a:extLst>
                  <a:ext uri="{FF2B5EF4-FFF2-40B4-BE49-F238E27FC236}">
                    <a16:creationId xmlns:a16="http://schemas.microsoft.com/office/drawing/2014/main" id="{5DB2A7AF-2E02-D710-0FE1-32018F7BF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9962" y="3718948"/>
                <a:ext cx="2873283" cy="12089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74">
                <a:extLst>
                  <a:ext uri="{FF2B5EF4-FFF2-40B4-BE49-F238E27FC236}">
                    <a16:creationId xmlns:a16="http://schemas.microsoft.com/office/drawing/2014/main" id="{A0FAF2E3-6E29-E4C1-D3CF-3EAB5D8DCD93}"/>
                  </a:ext>
                </a:extLst>
              </p:cNvPr>
              <p:cNvSpPr txBox="1"/>
              <p:nvPr/>
            </p:nvSpPr>
            <p:spPr bwMode="auto">
              <a:xfrm>
                <a:off x="7149962" y="5071542"/>
                <a:ext cx="3186775" cy="1208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0" name="Object 74">
                <a:extLst>
                  <a:ext uri="{FF2B5EF4-FFF2-40B4-BE49-F238E27FC236}">
                    <a16:creationId xmlns:a16="http://schemas.microsoft.com/office/drawing/2014/main" id="{A0FAF2E3-6E29-E4C1-D3CF-3EAB5D8DC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9962" y="5071542"/>
                <a:ext cx="3186775" cy="12089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BE8D125D-85DE-B1A8-6012-DFD51DDBD112}"/>
                  </a:ext>
                </a:extLst>
              </p:cNvPr>
              <p:cNvSpPr txBox="1"/>
              <p:nvPr/>
            </p:nvSpPr>
            <p:spPr bwMode="auto">
              <a:xfrm>
                <a:off x="2346007" y="874096"/>
                <a:ext cx="458351" cy="1367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eqArr>
                                    <m:eqArr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 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kumimoji="1" lang="zh-CN" altLang="en-US" sz="28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kumimoji="1" lang="en-US" altLang="zh-CN" sz="2800" b="0" i="1" smtClean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kumimoji="1" lang="zh-CN" altLang="en-US" sz="28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</m:mr>
                                            <m:mr>
                                              <m:e/>
                                            </m:mr>
                                          </m:m>
                                        </m:e>
                                      </m:eqArr>
                                    </m:e>
                                  </m:eqArr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1">
                <a:extLst>
                  <a:ext uri="{FF2B5EF4-FFF2-40B4-BE49-F238E27FC236}">
                    <a16:creationId xmlns:a16="http://schemas.microsoft.com/office/drawing/2014/main" id="{BE8D125D-85DE-B1A8-6012-DFD51DDB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6007" y="874096"/>
                <a:ext cx="458351" cy="13670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30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3" grpId="0"/>
      <p:bldP spid="44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A7070A-4519-DECD-BD02-C7FED4EA1B83}"/>
              </a:ext>
            </a:extLst>
          </p:cNvPr>
          <p:cNvSpPr txBox="1">
            <a:spLocks noChangeArrowheads="1"/>
          </p:cNvSpPr>
          <p:nvPr/>
        </p:nvSpPr>
        <p:spPr>
          <a:xfrm>
            <a:off x="1472946" y="842964"/>
            <a:ext cx="1758950" cy="698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4  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184B24B1-2A92-B8DB-24D9-1E61D4271629}"/>
                  </a:ext>
                </a:extLst>
              </p:cNvPr>
              <p:cNvSpPr txBox="1"/>
              <p:nvPr/>
            </p:nvSpPr>
            <p:spPr bwMode="auto">
              <a:xfrm>
                <a:off x="2699709" y="891466"/>
                <a:ext cx="5222083" cy="508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𝑦𝑣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=0, 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𝑥𝑣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184B24B1-2A92-B8DB-24D9-1E61D4271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09" y="891466"/>
                <a:ext cx="5222083" cy="50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1536E0DE-C850-A582-5F99-68315C72C09F}"/>
                  </a:ext>
                </a:extLst>
              </p:cNvPr>
              <p:cNvSpPr txBox="1"/>
              <p:nvPr/>
            </p:nvSpPr>
            <p:spPr bwMode="auto">
              <a:xfrm>
                <a:off x="7340058" y="673831"/>
                <a:ext cx="3294016" cy="11753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1536E0DE-C850-A582-5F99-68315C72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0058" y="673831"/>
                <a:ext cx="3294016" cy="11753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6">
            <a:extLst>
              <a:ext uri="{FF2B5EF4-FFF2-40B4-BE49-F238E27FC236}">
                <a16:creationId xmlns:a16="http://schemas.microsoft.com/office/drawing/2014/main" id="{EFC8EA0F-F9E2-DE4E-06FC-505B3029B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946" y="150620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09F3B6C6-3025-0E2A-0DE7-CF732759E7A3}"/>
                  </a:ext>
                </a:extLst>
              </p:cNvPr>
              <p:cNvSpPr txBox="1"/>
              <p:nvPr/>
            </p:nvSpPr>
            <p:spPr bwMode="auto">
              <a:xfrm>
                <a:off x="3167857" y="3800915"/>
                <a:ext cx="17780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 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09F3B6C6-3025-0E2A-0DE7-CF732759E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7857" y="3800915"/>
                <a:ext cx="1778000" cy="977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2">
                <a:extLst>
                  <a:ext uri="{FF2B5EF4-FFF2-40B4-BE49-F238E27FC236}">
                    <a16:creationId xmlns:a16="http://schemas.microsoft.com/office/drawing/2014/main" id="{0D2DEEF5-7B34-A8B1-13E4-32C201426C76}"/>
                  </a:ext>
                </a:extLst>
              </p:cNvPr>
              <p:cNvSpPr txBox="1"/>
              <p:nvPr/>
            </p:nvSpPr>
            <p:spPr bwMode="auto">
              <a:xfrm>
                <a:off x="3258321" y="4524022"/>
                <a:ext cx="1117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12">
                <a:extLst>
                  <a:ext uri="{FF2B5EF4-FFF2-40B4-BE49-F238E27FC236}">
                    <a16:creationId xmlns:a16="http://schemas.microsoft.com/office/drawing/2014/main" id="{0D2DEEF5-7B34-A8B1-13E4-32C201426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321" y="4524022"/>
                <a:ext cx="1117600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571CBADF-0CBA-8667-7A36-51F3A0C60C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850" y="1540399"/>
                <a:ext cx="4348099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方程组两边对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 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zh-CN" altLang="en-US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并移项得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571CBADF-0CBA-8667-7A36-51F3A0C60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50" y="1540399"/>
                <a:ext cx="4348099" cy="453137"/>
              </a:xfrm>
              <a:prstGeom prst="rect">
                <a:avLst/>
              </a:prstGeom>
              <a:blipFill>
                <a:blip r:embed="rId8"/>
                <a:stretch>
                  <a:fillRect l="-1823" t="-9459" b="-216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20">
            <a:extLst>
              <a:ext uri="{FF2B5EF4-FFF2-40B4-BE49-F238E27FC236}">
                <a16:creationId xmlns:a16="http://schemas.microsoft.com/office/drawing/2014/main" id="{0C08A569-4AF3-B4C6-A6FD-22098430A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361" y="90545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A12C1411-2FA7-939B-D464-D1F2E2BF44A1}"/>
                  </a:ext>
                </a:extLst>
              </p:cNvPr>
              <p:cNvSpPr txBox="1"/>
              <p:nvPr/>
            </p:nvSpPr>
            <p:spPr bwMode="auto">
              <a:xfrm>
                <a:off x="3258321" y="2946047"/>
                <a:ext cx="23479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A12C1411-2FA7-939B-D464-D1F2E2BF4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321" y="2946047"/>
                <a:ext cx="2347913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3">
                <a:extLst>
                  <a:ext uri="{FF2B5EF4-FFF2-40B4-BE49-F238E27FC236}">
                    <a16:creationId xmlns:a16="http://schemas.microsoft.com/office/drawing/2014/main" id="{D1CBBA87-A6F8-8008-1A70-A8C0C82B0C4F}"/>
                  </a:ext>
                </a:extLst>
              </p:cNvPr>
              <p:cNvSpPr txBox="1"/>
              <p:nvPr/>
            </p:nvSpPr>
            <p:spPr bwMode="auto">
              <a:xfrm>
                <a:off x="4112040" y="4630385"/>
                <a:ext cx="14605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23">
                <a:extLst>
                  <a:ext uri="{FF2B5EF4-FFF2-40B4-BE49-F238E27FC236}">
                    <a16:creationId xmlns:a16="http://schemas.microsoft.com/office/drawing/2014/main" id="{D1CBBA87-A6F8-8008-1A70-A8C0C82B0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2040" y="4630385"/>
                <a:ext cx="1460500" cy="977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4">
                <a:extLst>
                  <a:ext uri="{FF2B5EF4-FFF2-40B4-BE49-F238E27FC236}">
                    <a16:creationId xmlns:a16="http://schemas.microsoft.com/office/drawing/2014/main" id="{25EE7C4E-7F20-B4E4-A944-218BDD873A2B}"/>
                  </a:ext>
                </a:extLst>
              </p:cNvPr>
              <p:cNvSpPr txBox="1"/>
              <p:nvPr/>
            </p:nvSpPr>
            <p:spPr bwMode="auto">
              <a:xfrm>
                <a:off x="5380453" y="4554025"/>
                <a:ext cx="18923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𝑥𝑢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𝑦𝑣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Object 24">
                <a:extLst>
                  <a:ext uri="{FF2B5EF4-FFF2-40B4-BE49-F238E27FC236}">
                    <a16:creationId xmlns:a16="http://schemas.microsoft.com/office/drawing/2014/main" id="{25EE7C4E-7F20-B4E4-A944-218BDD873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0453" y="4554025"/>
                <a:ext cx="1892300" cy="965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5">
                <a:extLst>
                  <a:ext uri="{FF2B5EF4-FFF2-40B4-BE49-F238E27FC236}">
                    <a16:creationId xmlns:a16="http://schemas.microsoft.com/office/drawing/2014/main" id="{EE35C957-C8D3-B5C6-8CEB-BAE2F2F1F8FB}"/>
                  </a:ext>
                </a:extLst>
              </p:cNvPr>
              <p:cNvSpPr txBox="1"/>
              <p:nvPr/>
            </p:nvSpPr>
            <p:spPr bwMode="auto">
              <a:xfrm>
                <a:off x="4203519" y="5533587"/>
                <a:ext cx="13208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25">
                <a:extLst>
                  <a:ext uri="{FF2B5EF4-FFF2-40B4-BE49-F238E27FC236}">
                    <a16:creationId xmlns:a16="http://schemas.microsoft.com/office/drawing/2014/main" id="{EE35C957-C8D3-B5C6-8CEB-BAE2F2F1F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3519" y="5533587"/>
                <a:ext cx="1320800" cy="977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6">
                <a:extLst>
                  <a:ext uri="{FF2B5EF4-FFF2-40B4-BE49-F238E27FC236}">
                    <a16:creationId xmlns:a16="http://schemas.microsoft.com/office/drawing/2014/main" id="{01B89F03-233B-8CEF-61E3-A3DC23E9937E}"/>
                  </a:ext>
                </a:extLst>
              </p:cNvPr>
              <p:cNvSpPr txBox="1"/>
              <p:nvPr/>
            </p:nvSpPr>
            <p:spPr bwMode="auto">
              <a:xfrm>
                <a:off x="3258321" y="5453063"/>
                <a:ext cx="1117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26">
                <a:extLst>
                  <a:ext uri="{FF2B5EF4-FFF2-40B4-BE49-F238E27FC236}">
                    <a16:creationId xmlns:a16="http://schemas.microsoft.com/office/drawing/2014/main" id="{01B89F03-233B-8CEF-61E3-A3DC23E99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321" y="5453063"/>
                <a:ext cx="1117600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7">
                <a:extLst>
                  <a:ext uri="{FF2B5EF4-FFF2-40B4-BE49-F238E27FC236}">
                    <a16:creationId xmlns:a16="http://schemas.microsoft.com/office/drawing/2014/main" id="{6AFD2993-02D3-86C4-E054-CA60BBD0EF74}"/>
                  </a:ext>
                </a:extLst>
              </p:cNvPr>
              <p:cNvSpPr txBox="1"/>
              <p:nvPr/>
            </p:nvSpPr>
            <p:spPr bwMode="auto">
              <a:xfrm>
                <a:off x="5257626" y="5515137"/>
                <a:ext cx="18034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𝑥𝑣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𝑦𝑢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Object 27">
                <a:extLst>
                  <a:ext uri="{FF2B5EF4-FFF2-40B4-BE49-F238E27FC236}">
                    <a16:creationId xmlns:a16="http://schemas.microsoft.com/office/drawing/2014/main" id="{6AFD2993-02D3-86C4-E054-CA60BBD0E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626" y="5515137"/>
                <a:ext cx="1803400" cy="965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2359D9ED-D4E5-B210-7F5F-2C20994FA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242" y="2215265"/>
            <a:ext cx="3255957" cy="3429000"/>
          </a:xfrm>
          <a:prstGeom prst="rect">
            <a:avLst/>
          </a:prstGeom>
          <a:solidFill>
            <a:srgbClr val="04926A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4">
                <a:extLst>
                  <a:ext uri="{FF2B5EF4-FFF2-40B4-BE49-F238E27FC236}">
                    <a16:creationId xmlns:a16="http://schemas.microsoft.com/office/drawing/2014/main" id="{526E8910-9C5F-BB43-6A25-99D12158D9B2}"/>
                  </a:ext>
                </a:extLst>
              </p:cNvPr>
              <p:cNvSpPr txBox="1"/>
              <p:nvPr/>
            </p:nvSpPr>
            <p:spPr bwMode="auto">
              <a:xfrm>
                <a:off x="3258321" y="2037997"/>
                <a:ext cx="236061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Object 34">
                <a:extLst>
                  <a:ext uri="{FF2B5EF4-FFF2-40B4-BE49-F238E27FC236}">
                    <a16:creationId xmlns:a16="http://schemas.microsoft.com/office/drawing/2014/main" id="{526E8910-9C5F-BB43-6A25-99D12158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321" y="2037997"/>
                <a:ext cx="2360612" cy="927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FEAE9D8-4706-92AE-7AEA-CB7E2FB463A3}"/>
                  </a:ext>
                </a:extLst>
              </p:cNvPr>
              <p:cNvSpPr txBox="1"/>
              <p:nvPr/>
            </p:nvSpPr>
            <p:spPr bwMode="auto">
              <a:xfrm>
                <a:off x="4761706" y="3925158"/>
                <a:ext cx="20066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FEAE9D8-4706-92AE-7AEA-CB7E2FB46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1706" y="3925158"/>
                <a:ext cx="2006600" cy="520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utoShape 37">
            <a:extLst>
              <a:ext uri="{FF2B5EF4-FFF2-40B4-BE49-F238E27FC236}">
                <a16:creationId xmlns:a16="http://schemas.microsoft.com/office/drawing/2014/main" id="{307BBE79-8D6D-5E8C-3110-64C55A08EE9A}"/>
              </a:ext>
            </a:extLst>
          </p:cNvPr>
          <p:cNvSpPr>
            <a:spLocks/>
          </p:cNvSpPr>
          <p:nvPr/>
        </p:nvSpPr>
        <p:spPr bwMode="auto">
          <a:xfrm>
            <a:off x="3056710" y="2180077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id="{4DBDA1E4-7003-F34E-4EB6-B27F5954A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3906838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由题设</a:t>
            </a: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E466257C-D2C3-5C90-631E-C03C19CCA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5118101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DFA23B1-414D-7BDA-5C6B-D71C823B9220}"/>
                  </a:ext>
                </a:extLst>
              </p:cNvPr>
              <p:cNvSpPr txBox="1"/>
              <p:nvPr/>
            </p:nvSpPr>
            <p:spPr bwMode="auto">
              <a:xfrm>
                <a:off x="8121111" y="3845217"/>
                <a:ext cx="224313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𝑦𝑢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𝑥𝑣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DDFA23B1-414D-7BDA-5C6B-D71C823B9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21111" y="3845217"/>
                <a:ext cx="2243138" cy="914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13">
            <a:extLst>
              <a:ext uri="{FF2B5EF4-FFF2-40B4-BE49-F238E27FC236}">
                <a16:creationId xmlns:a16="http://schemas.microsoft.com/office/drawing/2014/main" id="{58D8C66D-0A3D-4C70-261C-37960D3A3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246" y="2551698"/>
            <a:ext cx="149306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练习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9">
                <a:extLst>
                  <a:ext uri="{FF2B5EF4-FFF2-40B4-BE49-F238E27FC236}">
                    <a16:creationId xmlns:a16="http://schemas.microsoft.com/office/drawing/2014/main" id="{DA8228F7-CC5F-7944-907F-7755530ECCA2}"/>
                  </a:ext>
                </a:extLst>
              </p:cNvPr>
              <p:cNvSpPr txBox="1"/>
              <p:nvPr/>
            </p:nvSpPr>
            <p:spPr bwMode="auto">
              <a:xfrm>
                <a:off x="9009834" y="2341794"/>
                <a:ext cx="1565276" cy="1117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Object 29">
                <a:extLst>
                  <a:ext uri="{FF2B5EF4-FFF2-40B4-BE49-F238E27FC236}">
                    <a16:creationId xmlns:a16="http://schemas.microsoft.com/office/drawing/2014/main" id="{DA8228F7-CC5F-7944-907F-7755530EC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9834" y="2341794"/>
                <a:ext cx="1565276" cy="1117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38">
                <a:extLst>
                  <a:ext uri="{FF2B5EF4-FFF2-40B4-BE49-F238E27FC236}">
                    <a16:creationId xmlns:a16="http://schemas.microsoft.com/office/drawing/2014/main" id="{D627CF41-1F7E-E097-723E-55DD2C9F9D24}"/>
                  </a:ext>
                </a:extLst>
              </p:cNvPr>
              <p:cNvSpPr txBox="1"/>
              <p:nvPr/>
            </p:nvSpPr>
            <p:spPr bwMode="auto">
              <a:xfrm>
                <a:off x="8128415" y="4640415"/>
                <a:ext cx="2255837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𝑥𝑢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𝑦𝑣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8" name="Object 38">
                <a:extLst>
                  <a:ext uri="{FF2B5EF4-FFF2-40B4-BE49-F238E27FC236}">
                    <a16:creationId xmlns:a16="http://schemas.microsoft.com/office/drawing/2014/main" id="{D627CF41-1F7E-E097-723E-55DD2C9F9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28415" y="4640415"/>
                <a:ext cx="2255837" cy="9144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utoShape 39">
            <a:extLst>
              <a:ext uri="{FF2B5EF4-FFF2-40B4-BE49-F238E27FC236}">
                <a16:creationId xmlns:a16="http://schemas.microsoft.com/office/drawing/2014/main" id="{218DD199-E4CB-DC64-6B7B-40CA9851B845}"/>
              </a:ext>
            </a:extLst>
          </p:cNvPr>
          <p:cNvSpPr>
            <a:spLocks/>
          </p:cNvSpPr>
          <p:nvPr/>
        </p:nvSpPr>
        <p:spPr bwMode="auto">
          <a:xfrm>
            <a:off x="7853460" y="3929037"/>
            <a:ext cx="179387" cy="1447800"/>
          </a:xfrm>
          <a:prstGeom prst="leftBrace">
            <a:avLst>
              <a:gd name="adj1" fmla="val 6725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p:sp>
        <p:nvSpPr>
          <p:cNvPr id="43" name="Text Box 48">
            <a:extLst>
              <a:ext uri="{FF2B5EF4-FFF2-40B4-BE49-F238E27FC236}">
                <a16:creationId xmlns:a16="http://schemas.microsoft.com/office/drawing/2014/main" id="{CEDAA087-2097-F5A0-DA78-F10CA8CFA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246" y="3235812"/>
            <a:ext cx="10871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答案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p:sp>
        <p:nvSpPr>
          <p:cNvPr id="2" name="AutoShape 37">
            <a:extLst>
              <a:ext uri="{FF2B5EF4-FFF2-40B4-BE49-F238E27FC236}">
                <a16:creationId xmlns:a16="http://schemas.microsoft.com/office/drawing/2014/main" id="{C8D5F154-990D-34B4-E3A4-ACEA7BE6529B}"/>
              </a:ext>
            </a:extLst>
          </p:cNvPr>
          <p:cNvSpPr>
            <a:spLocks/>
          </p:cNvSpPr>
          <p:nvPr/>
        </p:nvSpPr>
        <p:spPr bwMode="auto">
          <a:xfrm>
            <a:off x="3056710" y="4666901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352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 autoUpdateAnimBg="0"/>
      <p:bldP spid="14" grpId="0"/>
      <p:bldP spid="15" grpId="0"/>
      <p:bldP spid="17" grpId="0" autoUpdateAnimBg="0"/>
      <p:bldP spid="18" grpId="0"/>
      <p:bldP spid="19" grpId="0"/>
      <p:bldP spid="20" grpId="0"/>
      <p:bldP spid="28" grpId="0"/>
      <p:bldP spid="29" grpId="0"/>
      <p:bldP spid="30" grpId="0"/>
      <p:bldP spid="32" grpId="0" animBg="1"/>
      <p:bldP spid="35" grpId="0"/>
      <p:bldP spid="36" grpId="0"/>
      <p:bldP spid="44" grpId="0" build="p" autoUpdateAnimBg="0"/>
      <p:bldP spid="45" grpId="0"/>
      <p:bldP spid="16" grpId="0"/>
      <p:bldP spid="33" grpId="0"/>
      <p:bldP spid="34" grpId="0"/>
      <p:bldP spid="38" grpId="0"/>
      <p:bldP spid="39" grpId="0" animBg="1"/>
      <p:bldP spid="43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469CFFD-A31B-F862-4DD6-69E45B5B53F9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半闭框 47"/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BF10DA73-BF02-9A34-184E-42DD03122D94}"/>
              </a:ext>
            </a:extLst>
          </p:cNvPr>
          <p:cNvSpPr txBox="1">
            <a:spLocks noChangeArrowheads="1"/>
          </p:cNvSpPr>
          <p:nvPr/>
        </p:nvSpPr>
        <p:spPr>
          <a:xfrm>
            <a:off x="1641341" y="700088"/>
            <a:ext cx="2686050" cy="663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 </a:t>
            </a: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设函数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987945CA-2189-D652-F7B9-4B7494AC17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5495" y="736680"/>
                <a:ext cx="363691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d>
                      <m:d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的某一</a:t>
                </a: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987945CA-2189-D652-F7B9-4B7494AC1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5495" y="736680"/>
                <a:ext cx="3636918" cy="523220"/>
              </a:xfrm>
              <a:prstGeom prst="rect">
                <a:avLst/>
              </a:prstGeom>
              <a:blipFill>
                <a:blip r:embed="rId4"/>
                <a:stretch>
                  <a:fillRect l="-3523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4EF5748E-70BE-CD8A-646C-BB503C8FB8CD}"/>
                  </a:ext>
                </a:extLst>
              </p:cNvPr>
              <p:cNvSpPr txBox="1"/>
              <p:nvPr/>
            </p:nvSpPr>
            <p:spPr bwMode="auto">
              <a:xfrm>
                <a:off x="3592966" y="726028"/>
                <a:ext cx="4086224" cy="6040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), 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4EF5748E-70BE-CD8A-646C-BB503C8FB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2966" y="726028"/>
                <a:ext cx="4086224" cy="6040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926FEF01-39A5-C461-E1B9-AD64287DA644}"/>
                  </a:ext>
                </a:extLst>
              </p:cNvPr>
              <p:cNvSpPr txBox="1"/>
              <p:nvPr/>
            </p:nvSpPr>
            <p:spPr bwMode="auto">
              <a:xfrm>
                <a:off x="6742002" y="1271447"/>
                <a:ext cx="2505276" cy="1153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​(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926FEF01-39A5-C461-E1B9-AD64287DA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2002" y="1271447"/>
                <a:ext cx="2505276" cy="11539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B62BBBED-CD48-CE77-8792-437AD87EC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7917" y="2449289"/>
                <a:ext cx="3352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 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证明方程组</a:t>
                </a:r>
              </a:p>
            </p:txBody>
          </p:sp>
        </mc:Choice>
        <mc:Fallback xmlns="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B62BBBED-CD48-CE77-8792-437AD87EC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7917" y="2449289"/>
                <a:ext cx="3352800" cy="523220"/>
              </a:xfrm>
              <a:prstGeom prst="rect">
                <a:avLst/>
              </a:prstGeom>
              <a:blipFill>
                <a:blip r:embed="rId7"/>
                <a:stretch>
                  <a:fillRect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E866C05D-2A22-39DD-1BA3-AC5F3720B504}"/>
                  </a:ext>
                </a:extLst>
              </p:cNvPr>
              <p:cNvSpPr txBox="1"/>
              <p:nvPr/>
            </p:nvSpPr>
            <p:spPr bwMode="auto">
              <a:xfrm>
                <a:off x="4251186" y="2244854"/>
                <a:ext cx="2252683" cy="11285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800"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E866C05D-2A22-39DD-1BA3-AC5F3720B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1186" y="2244854"/>
                <a:ext cx="2252683" cy="11285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2">
                <a:extLst>
                  <a:ext uri="{FF2B5EF4-FFF2-40B4-BE49-F238E27FC236}">
                    <a16:creationId xmlns:a16="http://schemas.microsoft.com/office/drawing/2014/main" id="{A6FAD4BF-B50C-03D6-B1F3-4E7E83CCBC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3996" y="3247075"/>
                <a:ext cx="3352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𝑥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𝑦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的某一邻域内</a:t>
                </a:r>
              </a:p>
            </p:txBody>
          </p:sp>
        </mc:Choice>
        <mc:Fallback xmlns="">
          <p:sp>
            <p:nvSpPr>
              <p:cNvPr id="9" name="Text Box 22">
                <a:extLst>
                  <a:ext uri="{FF2B5EF4-FFF2-40B4-BE49-F238E27FC236}">
                    <a16:creationId xmlns:a16="http://schemas.microsoft.com/office/drawing/2014/main" id="{A6FAD4BF-B50C-03D6-B1F3-4E7E83CCB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3996" y="3247075"/>
                <a:ext cx="3352800" cy="523220"/>
              </a:xfrm>
              <a:prstGeom prst="rect">
                <a:avLst/>
              </a:prstGeom>
              <a:blipFill>
                <a:blip r:embed="rId9"/>
                <a:stretch>
                  <a:fillRect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609A5609-EF71-280A-B632-040846E05A1A}"/>
                  </a:ext>
                </a:extLst>
              </p:cNvPr>
              <p:cNvSpPr txBox="1"/>
              <p:nvPr/>
            </p:nvSpPr>
            <p:spPr bwMode="auto">
              <a:xfrm>
                <a:off x="5673296" y="3856692"/>
                <a:ext cx="4467224" cy="5718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609A5609-EF71-280A-B632-040846E0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3296" y="3856692"/>
                <a:ext cx="4467224" cy="5718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0">
                <a:extLst>
                  <a:ext uri="{FF2B5EF4-FFF2-40B4-BE49-F238E27FC236}">
                    <a16:creationId xmlns:a16="http://schemas.microsoft.com/office/drawing/2014/main" id="{5DCBB66D-DE2F-E748-21FB-8059C1FAD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7917" y="4443244"/>
                <a:ext cx="213360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 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求</a:t>
                </a:r>
              </a:p>
            </p:txBody>
          </p:sp>
        </mc:Choice>
        <mc:Fallback xmlns="">
          <p:sp>
            <p:nvSpPr>
              <p:cNvPr id="21" name="Text Box 10">
                <a:extLst>
                  <a:ext uri="{FF2B5EF4-FFF2-40B4-BE49-F238E27FC236}">
                    <a16:creationId xmlns:a16="http://schemas.microsoft.com/office/drawing/2014/main" id="{5DCBB66D-DE2F-E748-21FB-8059C1FAD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7917" y="4443244"/>
                <a:ext cx="2133601" cy="523220"/>
              </a:xfrm>
              <a:prstGeom prst="rect">
                <a:avLst/>
              </a:prstGeom>
              <a:blipFill>
                <a:blip r:embed="rId11"/>
                <a:stretch>
                  <a:fillRect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EF5B680B-81E9-B73D-B1AB-B0A491D6159A}"/>
                  </a:ext>
                </a:extLst>
              </p:cNvPr>
              <p:cNvSpPr txBox="1"/>
              <p:nvPr/>
            </p:nvSpPr>
            <p:spPr bwMode="auto">
              <a:xfrm>
                <a:off x="2823728" y="4445133"/>
                <a:ext cx="4038599" cy="6736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) ,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EF5B680B-81E9-B73D-B1AB-B0A491D61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3728" y="4445133"/>
                <a:ext cx="4038599" cy="6736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5">
                <a:extLst>
                  <a:ext uri="{FF2B5EF4-FFF2-40B4-BE49-F238E27FC236}">
                    <a16:creationId xmlns:a16="http://schemas.microsoft.com/office/drawing/2014/main" id="{199001D5-B9E8-1C5A-8D93-070409D823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1341" y="5087352"/>
                <a:ext cx="203614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解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 </m:t>
                    </m:r>
                    <m:d>
                      <m:d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   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令</a:t>
                </a:r>
              </a:p>
            </p:txBody>
          </p:sp>
        </mc:Choice>
        <mc:Fallback xmlns="">
          <p:sp>
            <p:nvSpPr>
              <p:cNvPr id="23" name="Text Box 15">
                <a:extLst>
                  <a:ext uri="{FF2B5EF4-FFF2-40B4-BE49-F238E27FC236}">
                    <a16:creationId xmlns:a16="http://schemas.microsoft.com/office/drawing/2014/main" id="{199001D5-B9E8-1C5A-8D93-070409D82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341" y="5087352"/>
                <a:ext cx="2036143" cy="523220"/>
              </a:xfrm>
              <a:prstGeom prst="rect">
                <a:avLst/>
              </a:prstGeom>
              <a:blipFill>
                <a:blip r:embed="rId13"/>
                <a:stretch>
                  <a:fillRect l="-5988" t="-11765" b="-34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6">
                <a:extLst>
                  <a:ext uri="{FF2B5EF4-FFF2-40B4-BE49-F238E27FC236}">
                    <a16:creationId xmlns:a16="http://schemas.microsoft.com/office/drawing/2014/main" id="{1C617710-D7E4-1F87-85E1-470AA08EB575}"/>
                  </a:ext>
                </a:extLst>
              </p:cNvPr>
              <p:cNvSpPr txBox="1"/>
              <p:nvPr/>
            </p:nvSpPr>
            <p:spPr bwMode="auto">
              <a:xfrm>
                <a:off x="3616191" y="5154088"/>
                <a:ext cx="4117790" cy="579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𝐹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)≡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16">
                <a:extLst>
                  <a:ext uri="{FF2B5EF4-FFF2-40B4-BE49-F238E27FC236}">
                    <a16:creationId xmlns:a16="http://schemas.microsoft.com/office/drawing/2014/main" id="{1C617710-D7E4-1F87-85E1-470AA08EB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6191" y="5154088"/>
                <a:ext cx="4117790" cy="579842"/>
              </a:xfrm>
              <a:prstGeom prst="rect">
                <a:avLst/>
              </a:prstGeom>
              <a:blipFill>
                <a:blip r:embed="rId14"/>
                <a:stretch>
                  <a:fillRect l="-1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9">
                <a:extLst>
                  <a:ext uri="{FF2B5EF4-FFF2-40B4-BE49-F238E27FC236}">
                    <a16:creationId xmlns:a16="http://schemas.microsoft.com/office/drawing/2014/main" id="{FD7D148D-BFB3-337F-5D52-1F4A2E4BB0B1}"/>
                  </a:ext>
                </a:extLst>
              </p:cNvPr>
              <p:cNvSpPr txBox="1"/>
              <p:nvPr/>
            </p:nvSpPr>
            <p:spPr bwMode="auto">
              <a:xfrm>
                <a:off x="3616191" y="5662306"/>
                <a:ext cx="4279107" cy="579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𝐺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)≡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𝑣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)=0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29">
                <a:extLst>
                  <a:ext uri="{FF2B5EF4-FFF2-40B4-BE49-F238E27FC236}">
                    <a16:creationId xmlns:a16="http://schemas.microsoft.com/office/drawing/2014/main" id="{FD7D148D-BFB3-337F-5D52-1F4A2E4BB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6191" y="5662306"/>
                <a:ext cx="4279107" cy="579842"/>
              </a:xfrm>
              <a:prstGeom prst="rect">
                <a:avLst/>
              </a:prstGeom>
              <a:blipFill>
                <a:blip r:embed="rId15"/>
                <a:stretch>
                  <a:fillRect l="-1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30">
                <a:extLst>
                  <a:ext uri="{FF2B5EF4-FFF2-40B4-BE49-F238E27FC236}">
                    <a16:creationId xmlns:a16="http://schemas.microsoft.com/office/drawing/2014/main" id="{2E73BF62-0123-46A8-B322-0121ABCEC0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9848" y="4441320"/>
                <a:ext cx="283648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对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的偏导数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 Box 30">
                <a:extLst>
                  <a:ext uri="{FF2B5EF4-FFF2-40B4-BE49-F238E27FC236}">
                    <a16:creationId xmlns:a16="http://schemas.microsoft.com/office/drawing/2014/main" id="{2E73BF62-0123-46A8-B322-0121ABCEC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9848" y="4441320"/>
                <a:ext cx="2836480" cy="519112"/>
              </a:xfrm>
              <a:prstGeom prst="rect">
                <a:avLst/>
              </a:prstGeom>
              <a:blipFill>
                <a:blip r:embed="rId16"/>
                <a:stretch>
                  <a:fillRect l="-4301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31">
                <a:extLst>
                  <a:ext uri="{FF2B5EF4-FFF2-40B4-BE49-F238E27FC236}">
                    <a16:creationId xmlns:a16="http://schemas.microsoft.com/office/drawing/2014/main" id="{655C6BC9-439D-028F-AF55-64F4F6F7D0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8223" y="2498798"/>
                <a:ext cx="3497453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在与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d>
                      <m:d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𝑢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𝑣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对应的点</a:t>
                </a:r>
              </a:p>
            </p:txBody>
          </p:sp>
        </mc:Choice>
        <mc:Fallback xmlns="">
          <p:sp>
            <p:nvSpPr>
              <p:cNvPr id="27" name="Text Box 31">
                <a:extLst>
                  <a:ext uri="{FF2B5EF4-FFF2-40B4-BE49-F238E27FC236}">
                    <a16:creationId xmlns:a16="http://schemas.microsoft.com/office/drawing/2014/main" id="{655C6BC9-439D-028F-AF55-64F4F6F7D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8223" y="2498798"/>
                <a:ext cx="3497453" cy="519113"/>
              </a:xfrm>
              <a:prstGeom prst="rect">
                <a:avLst/>
              </a:prstGeom>
              <a:blipFill>
                <a:blip r:embed="rId17"/>
                <a:stretch>
                  <a:fillRect l="-3665" t="-1529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33">
                <a:extLst>
                  <a:ext uri="{FF2B5EF4-FFF2-40B4-BE49-F238E27FC236}">
                    <a16:creationId xmlns:a16="http://schemas.microsoft.com/office/drawing/2014/main" id="{5633321F-7347-FECE-FC7A-4AB8064F2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4752" y="1528160"/>
                <a:ext cx="4361269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邻域内有连续的偏导数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且 </a:t>
                </a:r>
              </a:p>
            </p:txBody>
          </p:sp>
        </mc:Choice>
        <mc:Fallback xmlns="">
          <p:sp>
            <p:nvSpPr>
              <p:cNvPr id="46" name="Text Box 33">
                <a:extLst>
                  <a:ext uri="{FF2B5EF4-FFF2-40B4-BE49-F238E27FC236}">
                    <a16:creationId xmlns:a16="http://schemas.microsoft.com/office/drawing/2014/main" id="{5633321F-7347-FECE-FC7A-4AB8064F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4752" y="1528160"/>
                <a:ext cx="4361269" cy="519113"/>
              </a:xfrm>
              <a:prstGeom prst="rect">
                <a:avLst/>
              </a:prstGeom>
              <a:blipFill>
                <a:blip r:embed="rId18"/>
                <a:stretch>
                  <a:fillRect l="-2793" t="-15294" r="-2374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34">
            <a:extLst>
              <a:ext uri="{FF2B5EF4-FFF2-40B4-BE49-F238E27FC236}">
                <a16:creationId xmlns:a16="http://schemas.microsoft.com/office/drawing/2014/main" id="{120CE1C7-7C0B-781E-EF04-736248C95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519" y="3227965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唯一确定一组单值、连续且具有</a:t>
            </a:r>
          </a:p>
        </p:txBody>
      </p:sp>
      <p:sp>
        <p:nvSpPr>
          <p:cNvPr id="51" name="Text Box 35">
            <a:extLst>
              <a:ext uri="{FF2B5EF4-FFF2-40B4-BE49-F238E27FC236}">
                <a16:creationId xmlns:a16="http://schemas.microsoft.com/office/drawing/2014/main" id="{A4B2B5CD-C0B4-5CF4-8491-697FDDEA7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270" y="384649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连续偏导数的反函数</a:t>
            </a:r>
          </a:p>
        </p:txBody>
      </p:sp>
    </p:spTree>
    <p:extLst>
      <p:ext uri="{BB962C8B-B14F-4D97-AF65-F5344CB8AC3E}">
        <p14:creationId xmlns:p14="http://schemas.microsoft.com/office/powerpoint/2010/main" val="83074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 autoUpdateAnimBg="0"/>
      <p:bldP spid="11" grpId="0"/>
      <p:bldP spid="21" grpId="0" autoUpdateAnimBg="0"/>
      <p:bldP spid="22" grpId="0"/>
      <p:bldP spid="23" grpId="0" autoUpdateAnimBg="0"/>
      <p:bldP spid="24" grpId="0"/>
      <p:bldP spid="26" grpId="0"/>
      <p:bldP spid="27" grpId="0" autoUpdateAnimBg="0"/>
      <p:bldP spid="46" grpId="0"/>
      <p:bldP spid="50" grpId="0" autoUpdateAnimBg="0"/>
      <p:bldP spid="5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8D8D466-96B1-127E-D449-888DCB6CFA79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CB45955-118D-685C-1C1F-B8743FBAD89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CB45955-118D-685C-1C1F-B8743FBAD8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1460F923-455D-A05E-EA01-E72FA15BD931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8EF6B7D6-AC60-6F3F-D5DB-F1CDC161C82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62F47CC-D222-6B5C-9028-EA868AF79EC9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C37ECB4-69C5-E698-76C4-728F812B0F34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9C43A37F-6FBE-0B10-E4EC-7449C7122CAD}"/>
                  </a:ext>
                </a:extLst>
              </p:cNvPr>
              <p:cNvSpPr txBox="1"/>
              <p:nvPr/>
            </p:nvSpPr>
            <p:spPr bwMode="auto">
              <a:xfrm>
                <a:off x="4562367" y="2778784"/>
                <a:ext cx="33401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≡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≡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𝑢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𝑣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))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9C43A37F-6FBE-0B10-E4EC-7449C7122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2367" y="2778784"/>
                <a:ext cx="3340100" cy="100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93E79F8E-8AF6-9F2A-AE9C-065C7EB47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9669" y="3786509"/>
                <a:ext cx="336177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①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式两边对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得</a:t>
                </a:r>
              </a:p>
            </p:txBody>
          </p:sp>
        </mc:Choice>
        <mc:Fallback xmlns="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93E79F8E-8AF6-9F2A-AE9C-065C7EB47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669" y="3786509"/>
                <a:ext cx="3361773" cy="430887"/>
              </a:xfrm>
              <a:prstGeom prst="rect">
                <a:avLst/>
              </a:prstGeom>
              <a:blipFill>
                <a:blip r:embed="rId5"/>
                <a:stretch>
                  <a:fillRect l="-2359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C333EC92-1753-4769-B062-8A01F8058144}"/>
                  </a:ext>
                </a:extLst>
              </p:cNvPr>
              <p:cNvSpPr txBox="1"/>
              <p:nvPr/>
            </p:nvSpPr>
            <p:spPr bwMode="auto">
              <a:xfrm>
                <a:off x="4857644" y="5370475"/>
                <a:ext cx="1193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C333EC92-1753-4769-B062-8A01F8058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7644" y="5370475"/>
                <a:ext cx="1193800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82D383B9-3EFE-DBCB-539E-358C6C274DC9}"/>
                  </a:ext>
                </a:extLst>
              </p:cNvPr>
              <p:cNvSpPr txBox="1"/>
              <p:nvPr/>
            </p:nvSpPr>
            <p:spPr bwMode="auto">
              <a:xfrm>
                <a:off x="7197268" y="5373651"/>
                <a:ext cx="495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82D383B9-3EFE-DBCB-539E-358C6C274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7268" y="5373651"/>
                <a:ext cx="495300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0">
                <a:extLst>
                  <a:ext uri="{FF2B5EF4-FFF2-40B4-BE49-F238E27FC236}">
                    <a16:creationId xmlns:a16="http://schemas.microsoft.com/office/drawing/2014/main" id="{F46C6C51-864A-47FA-97EF-8CC086EC9CED}"/>
                  </a:ext>
                </a:extLst>
              </p:cNvPr>
              <p:cNvSpPr txBox="1"/>
              <p:nvPr/>
            </p:nvSpPr>
            <p:spPr bwMode="auto">
              <a:xfrm>
                <a:off x="5941594" y="5376352"/>
                <a:ext cx="495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20">
                <a:extLst>
                  <a:ext uri="{FF2B5EF4-FFF2-40B4-BE49-F238E27FC236}">
                    <a16:creationId xmlns:a16="http://schemas.microsoft.com/office/drawing/2014/main" id="{F46C6C51-864A-47FA-97EF-8CC086EC9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1594" y="5376352"/>
                <a:ext cx="4953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1">
                <a:extLst>
                  <a:ext uri="{FF2B5EF4-FFF2-40B4-BE49-F238E27FC236}">
                    <a16:creationId xmlns:a16="http://schemas.microsoft.com/office/drawing/2014/main" id="{1D5A49B3-BC1B-E9E3-BEC0-EE18FDCD890B}"/>
                  </a:ext>
                </a:extLst>
              </p:cNvPr>
              <p:cNvSpPr txBox="1"/>
              <p:nvPr/>
            </p:nvSpPr>
            <p:spPr bwMode="auto">
              <a:xfrm>
                <a:off x="4857644" y="4535134"/>
                <a:ext cx="771525" cy="581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21">
                <a:extLst>
                  <a:ext uri="{FF2B5EF4-FFF2-40B4-BE49-F238E27FC236}">
                    <a16:creationId xmlns:a16="http://schemas.microsoft.com/office/drawing/2014/main" id="{1D5A49B3-BC1B-E9E3-BEC0-EE18FDCD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7644" y="4535134"/>
                <a:ext cx="771525" cy="581104"/>
              </a:xfrm>
              <a:prstGeom prst="rect">
                <a:avLst/>
              </a:prstGeom>
              <a:blipFill>
                <a:blip r:embed="rId9"/>
                <a:stretch>
                  <a:fillRect l="-7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2">
                <a:extLst>
                  <a:ext uri="{FF2B5EF4-FFF2-40B4-BE49-F238E27FC236}">
                    <a16:creationId xmlns:a16="http://schemas.microsoft.com/office/drawing/2014/main" id="{A6838D06-6B03-6BF1-BCBF-6A37832A4AB9}"/>
                  </a:ext>
                </a:extLst>
              </p:cNvPr>
              <p:cNvSpPr txBox="1"/>
              <p:nvPr/>
            </p:nvSpPr>
            <p:spPr bwMode="auto">
              <a:xfrm>
                <a:off x="5941594" y="4432661"/>
                <a:ext cx="495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22">
                <a:extLst>
                  <a:ext uri="{FF2B5EF4-FFF2-40B4-BE49-F238E27FC236}">
                    <a16:creationId xmlns:a16="http://schemas.microsoft.com/office/drawing/2014/main" id="{A6838D06-6B03-6BF1-BCBF-6A37832A4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1594" y="4432661"/>
                <a:ext cx="495300" cy="927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3">
                <a:extLst>
                  <a:ext uri="{FF2B5EF4-FFF2-40B4-BE49-F238E27FC236}">
                    <a16:creationId xmlns:a16="http://schemas.microsoft.com/office/drawing/2014/main" id="{0A6E73D0-7F79-965E-F837-4CAE5F3D2226}"/>
                  </a:ext>
                </a:extLst>
              </p:cNvPr>
              <p:cNvSpPr txBox="1"/>
              <p:nvPr/>
            </p:nvSpPr>
            <p:spPr bwMode="auto">
              <a:xfrm>
                <a:off x="7197268" y="4435242"/>
                <a:ext cx="495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23">
                <a:extLst>
                  <a:ext uri="{FF2B5EF4-FFF2-40B4-BE49-F238E27FC236}">
                    <a16:creationId xmlns:a16="http://schemas.microsoft.com/office/drawing/2014/main" id="{0A6E73D0-7F79-965E-F837-4CAE5F3D2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7268" y="4435242"/>
                <a:ext cx="495300" cy="9271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6">
                <a:extLst>
                  <a:ext uri="{FF2B5EF4-FFF2-40B4-BE49-F238E27FC236}">
                    <a16:creationId xmlns:a16="http://schemas.microsoft.com/office/drawing/2014/main" id="{F548E79C-03F5-C5C7-0B8D-1C890095A78E}"/>
                  </a:ext>
                </a:extLst>
              </p:cNvPr>
              <p:cNvSpPr txBox="1"/>
              <p:nvPr/>
            </p:nvSpPr>
            <p:spPr bwMode="auto">
              <a:xfrm>
                <a:off x="5378345" y="4432622"/>
                <a:ext cx="869950" cy="803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36">
                <a:extLst>
                  <a:ext uri="{FF2B5EF4-FFF2-40B4-BE49-F238E27FC236}">
                    <a16:creationId xmlns:a16="http://schemas.microsoft.com/office/drawing/2014/main" id="{F548E79C-03F5-C5C7-0B8D-1C890095A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8345" y="4432622"/>
                <a:ext cx="869950" cy="8032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376C6878-2C9D-0FCD-6072-5D3A225023BE}"/>
                  </a:ext>
                </a:extLst>
              </p:cNvPr>
              <p:cNvSpPr txBox="1"/>
              <p:nvPr/>
            </p:nvSpPr>
            <p:spPr bwMode="auto">
              <a:xfrm>
                <a:off x="6409742" y="4430122"/>
                <a:ext cx="9017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376C6878-2C9D-0FCD-6072-5D3A22502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9742" y="4430122"/>
                <a:ext cx="901700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0824E5DA-F420-EF6B-9454-55C16D476963}"/>
                  </a:ext>
                </a:extLst>
              </p:cNvPr>
              <p:cNvSpPr txBox="1"/>
              <p:nvPr/>
            </p:nvSpPr>
            <p:spPr bwMode="auto">
              <a:xfrm>
                <a:off x="6409742" y="5373651"/>
                <a:ext cx="914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0824E5DA-F420-EF6B-9454-55C16D476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9742" y="5373651"/>
                <a:ext cx="914400" cy="927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48">
            <a:extLst>
              <a:ext uri="{FF2B5EF4-FFF2-40B4-BE49-F238E27FC236}">
                <a16:creationId xmlns:a16="http://schemas.microsoft.com/office/drawing/2014/main" id="{79751226-46F6-F91D-AC76-81C7F202C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768" y="849198"/>
            <a:ext cx="106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49">
                <a:extLst>
                  <a:ext uri="{FF2B5EF4-FFF2-40B4-BE49-F238E27FC236}">
                    <a16:creationId xmlns:a16="http://schemas.microsoft.com/office/drawing/2014/main" id="{8342BC60-BB0F-154F-6EB9-38095EA1FD94}"/>
                  </a:ext>
                </a:extLst>
              </p:cNvPr>
              <p:cNvSpPr txBox="1"/>
              <p:nvPr/>
            </p:nvSpPr>
            <p:spPr bwMode="auto">
              <a:xfrm>
                <a:off x="4579860" y="677728"/>
                <a:ext cx="1841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𝐹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𝐺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49">
                <a:extLst>
                  <a:ext uri="{FF2B5EF4-FFF2-40B4-BE49-F238E27FC236}">
                    <a16:creationId xmlns:a16="http://schemas.microsoft.com/office/drawing/2014/main" id="{8342BC60-BB0F-154F-6EB9-38095EA1F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9860" y="677728"/>
                <a:ext cx="1841500" cy="927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0">
                <a:extLst>
                  <a:ext uri="{FF2B5EF4-FFF2-40B4-BE49-F238E27FC236}">
                    <a16:creationId xmlns:a16="http://schemas.microsoft.com/office/drawing/2014/main" id="{7B899B71-5E7E-4DD7-96FF-695E284C3B3D}"/>
                  </a:ext>
                </a:extLst>
              </p:cNvPr>
              <p:cNvSpPr txBox="1"/>
              <p:nvPr/>
            </p:nvSpPr>
            <p:spPr bwMode="auto">
              <a:xfrm>
                <a:off x="6019724" y="677728"/>
                <a:ext cx="213201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50">
                <a:extLst>
                  <a:ext uri="{FF2B5EF4-FFF2-40B4-BE49-F238E27FC236}">
                    <a16:creationId xmlns:a16="http://schemas.microsoft.com/office/drawing/2014/main" id="{7B899B71-5E7E-4DD7-96FF-695E284C3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9724" y="677728"/>
                <a:ext cx="2132012" cy="9271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4CD7CE99-AF79-CCCD-1CE2-97726CC801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6768" y="1648146"/>
                <a:ext cx="3911879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由定理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3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可知结论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成立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31" name="Text Box 51">
                <a:extLst>
                  <a:ext uri="{FF2B5EF4-FFF2-40B4-BE49-F238E27FC236}">
                    <a16:creationId xmlns:a16="http://schemas.microsoft.com/office/drawing/2014/main" id="{4CD7CE99-AF79-CCCD-1CE2-97726CC80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6768" y="1648146"/>
                <a:ext cx="3911879" cy="430887"/>
              </a:xfrm>
              <a:prstGeom prst="rect">
                <a:avLst/>
              </a:prstGeom>
              <a:blipFill>
                <a:blip r:embed="rId17"/>
                <a:stretch>
                  <a:fillRect l="-2025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utoShape 53">
            <a:extLst>
              <a:ext uri="{FF2B5EF4-FFF2-40B4-BE49-F238E27FC236}">
                <a16:creationId xmlns:a16="http://schemas.microsoft.com/office/drawing/2014/main" id="{15D31763-FB99-B67A-26D0-01104146A996}"/>
              </a:ext>
            </a:extLst>
          </p:cNvPr>
          <p:cNvSpPr>
            <a:spLocks/>
          </p:cNvSpPr>
          <p:nvPr/>
        </p:nvSpPr>
        <p:spPr bwMode="auto">
          <a:xfrm>
            <a:off x="4562367" y="4644084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55">
                <a:extLst>
                  <a:ext uri="{FF2B5EF4-FFF2-40B4-BE49-F238E27FC236}">
                    <a16:creationId xmlns:a16="http://schemas.microsoft.com/office/drawing/2014/main" id="{6F387620-34AE-4220-E42B-733060147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6768" y="2245280"/>
                <a:ext cx="325454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求反函数的偏导数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33" name="Text Box 55">
                <a:extLst>
                  <a:ext uri="{FF2B5EF4-FFF2-40B4-BE49-F238E27FC236}">
                    <a16:creationId xmlns:a16="http://schemas.microsoft.com/office/drawing/2014/main" id="{6F387620-34AE-4220-E42B-733060147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6768" y="2245280"/>
                <a:ext cx="3254545" cy="430887"/>
              </a:xfrm>
              <a:prstGeom prst="rect">
                <a:avLst/>
              </a:prstGeom>
              <a:blipFill>
                <a:blip r:embed="rId18"/>
                <a:stretch>
                  <a:fillRect t="-12676" r="-1311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56">
            <a:extLst>
              <a:ext uri="{FF2B5EF4-FFF2-40B4-BE49-F238E27FC236}">
                <a16:creationId xmlns:a16="http://schemas.microsoft.com/office/drawing/2014/main" id="{EDB92265-2FB1-5CA4-622A-91E63C676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647" y="299519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</a:p>
        </p:txBody>
      </p:sp>
      <p:sp>
        <p:nvSpPr>
          <p:cNvPr id="35" name="Text Box 57">
            <a:extLst>
              <a:ext uri="{FF2B5EF4-FFF2-40B4-BE49-F238E27FC236}">
                <a16:creationId xmlns:a16="http://schemas.microsoft.com/office/drawing/2014/main" id="{2718D7EC-8889-A405-A01B-AD7BC47D3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647" y="5074964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18291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utoUpdateAnimBg="0"/>
      <p:bldP spid="12" grpId="0"/>
      <p:bldP spid="13" grpId="0"/>
      <p:bldP spid="14" grpId="0"/>
      <p:bldP spid="15" grpId="0"/>
      <p:bldP spid="18" grpId="0"/>
      <p:bldP spid="20" grpId="0"/>
      <p:bldP spid="28" grpId="0"/>
      <p:bldP spid="29" grpId="0"/>
      <p:bldP spid="31" grpId="0" autoUpdateAnimBg="0"/>
      <p:bldP spid="32" grpId="0" animBg="1"/>
      <p:bldP spid="33" grpId="0" build="p" autoUpdateAnimBg="0"/>
      <p:bldP spid="34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D04629B-50E7-4FA3-5677-0DA639156E99}"/>
                  </a:ext>
                </a:extLst>
              </p:cNvPr>
              <p:cNvSpPr txBox="1"/>
              <p:nvPr/>
            </p:nvSpPr>
            <p:spPr bwMode="auto">
              <a:xfrm>
                <a:off x="2647950" y="1143000"/>
                <a:ext cx="1651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注意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𝐽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≠0,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D04629B-50E7-4FA3-5677-0DA639156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7950" y="1143000"/>
                <a:ext cx="1651000" cy="444500"/>
              </a:xfrm>
              <a:prstGeom prst="rect">
                <a:avLst/>
              </a:prstGeom>
              <a:blipFill>
                <a:blip r:embed="rId2"/>
                <a:stretch>
                  <a:fillRect l="-2583" b="-11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125CB281-F9E5-5080-00EC-D7A93C9EBDCD}"/>
                  </a:ext>
                </a:extLst>
              </p:cNvPr>
              <p:cNvSpPr txBox="1"/>
              <p:nvPr/>
            </p:nvSpPr>
            <p:spPr bwMode="auto">
              <a:xfrm>
                <a:off x="3899646" y="1889067"/>
                <a:ext cx="1511300" cy="189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𝐽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/>
                                    <a:cs typeface="+mn-ea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/>
                                        <a:cs typeface="+mn-ea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125CB281-F9E5-5080-00EC-D7A93C9EB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9646" y="1889067"/>
                <a:ext cx="1511300" cy="1892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606CBB0B-FFAD-C012-A7C5-D59AAA9119B9}"/>
                  </a:ext>
                </a:extLst>
              </p:cNvPr>
              <p:cNvSpPr txBox="1"/>
              <p:nvPr/>
            </p:nvSpPr>
            <p:spPr bwMode="auto">
              <a:xfrm>
                <a:off x="3202526" y="2203450"/>
                <a:ext cx="86995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606CBB0B-FFAD-C012-A7C5-D59AAA911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2526" y="2203450"/>
                <a:ext cx="869950" cy="92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6E2AB473-2856-4E63-0502-5158C9D4E70D}"/>
                  </a:ext>
                </a:extLst>
              </p:cNvPr>
              <p:cNvSpPr txBox="1"/>
              <p:nvPr/>
            </p:nvSpPr>
            <p:spPr bwMode="auto">
              <a:xfrm>
                <a:off x="6148180" y="2203450"/>
                <a:ext cx="850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6E2AB473-2856-4E63-0502-5158C9D4E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8180" y="2203450"/>
                <a:ext cx="850900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19835F93-CEDC-EE1D-766D-F1B631C4FB1A}"/>
                  </a:ext>
                </a:extLst>
              </p:cNvPr>
              <p:cNvSpPr txBox="1"/>
              <p:nvPr/>
            </p:nvSpPr>
            <p:spPr bwMode="auto">
              <a:xfrm>
                <a:off x="5100430" y="2203450"/>
                <a:ext cx="12827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19835F93-CEDC-EE1D-766D-F1B631C4F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0430" y="2203450"/>
                <a:ext cx="1282700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83C672D9-8A50-722A-5483-FE5BEAFCED82}"/>
                  </a:ext>
                </a:extLst>
              </p:cNvPr>
              <p:cNvSpPr txBox="1"/>
              <p:nvPr/>
            </p:nvSpPr>
            <p:spPr bwMode="auto">
              <a:xfrm>
                <a:off x="8141334" y="2203450"/>
                <a:ext cx="15494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=− 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83C672D9-8A50-722A-5483-FE5BEAFCE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41334" y="2203450"/>
                <a:ext cx="15494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0">
                <a:extLst>
                  <a:ext uri="{FF2B5EF4-FFF2-40B4-BE49-F238E27FC236}">
                    <a16:creationId xmlns:a16="http://schemas.microsoft.com/office/drawing/2014/main" id="{1AA69232-F864-6542-D543-E628C7CB9938}"/>
                  </a:ext>
                </a:extLst>
              </p:cNvPr>
              <p:cNvSpPr txBox="1"/>
              <p:nvPr/>
            </p:nvSpPr>
            <p:spPr bwMode="auto">
              <a:xfrm>
                <a:off x="6838316" y="1889067"/>
                <a:ext cx="1638300" cy="189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𝜕</m:t>
                                    </m:r>
                                    <m: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kumimoji="1"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0 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20">
                <a:extLst>
                  <a:ext uri="{FF2B5EF4-FFF2-40B4-BE49-F238E27FC236}">
                    <a16:creationId xmlns:a16="http://schemas.microsoft.com/office/drawing/2014/main" id="{1AA69232-F864-6542-D543-E628C7CB9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8316" y="1889067"/>
                <a:ext cx="1638300" cy="18923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3">
            <a:extLst>
              <a:ext uri="{FF2B5EF4-FFF2-40B4-BE49-F238E27FC236}">
                <a16:creationId xmlns:a16="http://schemas.microsoft.com/office/drawing/2014/main" id="{957B147B-748A-5CA8-B553-AADA95FCF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1146408"/>
            <a:ext cx="21595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从方程组②解得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5">
                <a:extLst>
                  <a:ext uri="{FF2B5EF4-FFF2-40B4-BE49-F238E27FC236}">
                    <a16:creationId xmlns:a16="http://schemas.microsoft.com/office/drawing/2014/main" id="{60E0727A-F10F-7DD7-2885-BC666A2CE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7950" y="3969206"/>
                <a:ext cx="471391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同理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, ①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式两边对 </a:t>
                </a:r>
                <a14:m>
                  <m:oMath xmlns:m="http://schemas.openxmlformats.org/officeDocument/2006/math">
                    <m:r>
                      <a:rPr kumimoji="1"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求导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可得</a:t>
                </a:r>
              </a:p>
            </p:txBody>
          </p:sp>
        </mc:Choice>
        <mc:Fallback xmlns="">
          <p:sp>
            <p:nvSpPr>
              <p:cNvPr id="10" name="Text Box 35">
                <a:extLst>
                  <a:ext uri="{FF2B5EF4-FFF2-40B4-BE49-F238E27FC236}">
                    <a16:creationId xmlns:a16="http://schemas.microsoft.com/office/drawing/2014/main" id="{60E0727A-F10F-7DD7-2885-BC666A2C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7950" y="3969206"/>
                <a:ext cx="4713915" cy="430887"/>
              </a:xfrm>
              <a:prstGeom prst="rect">
                <a:avLst/>
              </a:prstGeom>
              <a:blipFill>
                <a:blip r:embed="rId9"/>
                <a:stretch>
                  <a:fillRect l="-1680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6">
                <a:extLst>
                  <a:ext uri="{FF2B5EF4-FFF2-40B4-BE49-F238E27FC236}">
                    <a16:creationId xmlns:a16="http://schemas.microsoft.com/office/drawing/2014/main" id="{5C705F8C-BCC9-32C9-5F04-3B35FDE70363}"/>
                  </a:ext>
                </a:extLst>
              </p:cNvPr>
              <p:cNvSpPr txBox="1"/>
              <p:nvPr/>
            </p:nvSpPr>
            <p:spPr bwMode="auto">
              <a:xfrm>
                <a:off x="3202526" y="4883150"/>
                <a:ext cx="2070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Object 36">
                <a:extLst>
                  <a:ext uri="{FF2B5EF4-FFF2-40B4-BE49-F238E27FC236}">
                    <a16:creationId xmlns:a16="http://schemas.microsoft.com/office/drawing/2014/main" id="{5C705F8C-BCC9-32C9-5F04-3B35FDE70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2526" y="4883150"/>
                <a:ext cx="2070100" cy="927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7">
                <a:extLst>
                  <a:ext uri="{FF2B5EF4-FFF2-40B4-BE49-F238E27FC236}">
                    <a16:creationId xmlns:a16="http://schemas.microsoft.com/office/drawing/2014/main" id="{FBD953EA-2EAC-35A4-0DB8-068CCCDEDC13}"/>
                  </a:ext>
                </a:extLst>
              </p:cNvPr>
              <p:cNvSpPr txBox="1"/>
              <p:nvPr/>
            </p:nvSpPr>
            <p:spPr bwMode="auto">
              <a:xfrm>
                <a:off x="4846197" y="4883150"/>
                <a:ext cx="1841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= 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𝑢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" name="Object 37">
                <a:extLst>
                  <a:ext uri="{FF2B5EF4-FFF2-40B4-BE49-F238E27FC236}">
                    <a16:creationId xmlns:a16="http://schemas.microsoft.com/office/drawing/2014/main" id="{FBD953EA-2EAC-35A4-0DB8-068CCCDED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6197" y="4883150"/>
                <a:ext cx="1841500" cy="914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80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FDFAD56C-CCE9-F7E1-76E6-B850B5B74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779" y="1148104"/>
            <a:ext cx="2286000" cy="2094380"/>
          </a:xfrm>
          <a:prstGeom prst="rect">
            <a:avLst/>
          </a:prstGeom>
          <a:solidFill>
            <a:srgbClr val="FFFFFF"/>
          </a:solidFill>
          <a:ln w="25400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7">
                <a:extLst>
                  <a:ext uri="{FF2B5EF4-FFF2-40B4-BE49-F238E27FC236}">
                    <a16:creationId xmlns:a16="http://schemas.microsoft.com/office/drawing/2014/main" id="{9EA22645-D214-3DE7-A039-2A95DB570013}"/>
                  </a:ext>
                </a:extLst>
              </p:cNvPr>
              <p:cNvSpPr txBox="1"/>
              <p:nvPr/>
            </p:nvSpPr>
            <p:spPr bwMode="auto">
              <a:xfrm>
                <a:off x="8801254" y="1211604"/>
                <a:ext cx="1009650" cy="1117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7">
                <a:extLst>
                  <a:ext uri="{FF2B5EF4-FFF2-40B4-BE49-F238E27FC236}">
                    <a16:creationId xmlns:a16="http://schemas.microsoft.com/office/drawing/2014/main" id="{9EA22645-D214-3DE7-A039-2A95DB57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01254" y="1211604"/>
                <a:ext cx="1009650" cy="1117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ABB3E86E-4A42-F156-4101-309D8FD5BDEC}"/>
                  </a:ext>
                </a:extLst>
              </p:cNvPr>
              <p:cNvSpPr txBox="1"/>
              <p:nvPr/>
            </p:nvSpPr>
            <p:spPr bwMode="auto">
              <a:xfrm>
                <a:off x="8840330" y="2237229"/>
                <a:ext cx="482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ABB3E86E-4A42-F156-4101-309D8FD5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30" y="2237229"/>
                <a:ext cx="482600" cy="927100"/>
              </a:xfrm>
              <a:prstGeom prst="rect">
                <a:avLst/>
              </a:prstGeom>
              <a:blipFill>
                <a:blip r:embed="rId4"/>
                <a:stretch>
                  <a:fillRect r="-37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1664628A-43CF-CA7D-4A50-B801EC6815E6}"/>
              </a:ext>
            </a:extLst>
          </p:cNvPr>
          <p:cNvSpPr txBox="1">
            <a:spLocks noChangeArrowheads="1"/>
          </p:cNvSpPr>
          <p:nvPr/>
        </p:nvSpPr>
        <p:spPr>
          <a:xfrm>
            <a:off x="1065968" y="415925"/>
            <a:ext cx="477285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</a:t>
            </a:r>
            <a:r>
              <a:rPr kumimoji="1" lang="zh-CN" altLang="en-US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的应用</a:t>
            </a:r>
            <a:r>
              <a:rPr kumimoji="1" lang="en-US" altLang="zh-CN" sz="28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:  </a:t>
            </a:r>
            <a:r>
              <a:rPr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计算极坐标变换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8F6900B2-758E-ABE2-C751-6C8171A7D510}"/>
                  </a:ext>
                </a:extLst>
              </p:cNvPr>
              <p:cNvSpPr txBox="1"/>
              <p:nvPr/>
            </p:nvSpPr>
            <p:spPr bwMode="auto">
              <a:xfrm>
                <a:off x="5654829" y="422274"/>
                <a:ext cx="4171950" cy="661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8F6900B2-758E-ABE2-C751-6C8171A7D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4829" y="422274"/>
                <a:ext cx="4171950" cy="6619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4">
            <a:extLst>
              <a:ext uri="{FF2B5EF4-FFF2-40B4-BE49-F238E27FC236}">
                <a16:creationId xmlns:a16="http://schemas.microsoft.com/office/drawing/2014/main" id="{4F59C474-CC92-DDBE-1AD7-DDA2BBD6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33" y="1139841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  <a:sym typeface="+mn-lt"/>
              </a:rPr>
              <a:t>的反变换的导数</a:t>
            </a:r>
            <a:r>
              <a:rPr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C622A549-B25C-B623-1EC8-7C7EB3349214}"/>
                  </a:ext>
                </a:extLst>
              </p:cNvPr>
              <p:cNvSpPr txBox="1"/>
              <p:nvPr/>
            </p:nvSpPr>
            <p:spPr bwMode="auto">
              <a:xfrm>
                <a:off x="1860843" y="1762139"/>
                <a:ext cx="2552699" cy="10564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𝐽</m:t>
                      </m:r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𝜌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 )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C622A549-B25C-B623-1EC8-7C7EB3349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0843" y="1762139"/>
                <a:ext cx="2552699" cy="10564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57A6EC73-88CC-3781-A2C0-90A1805122CA}"/>
                  </a:ext>
                </a:extLst>
              </p:cNvPr>
              <p:cNvSpPr txBox="1"/>
              <p:nvPr/>
            </p:nvSpPr>
            <p:spPr bwMode="auto">
              <a:xfrm>
                <a:off x="1860843" y="2937938"/>
                <a:ext cx="5588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𝜕𝜌</m:t>
                          </m:r>
                        </m:num>
                        <m:den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57A6EC73-88CC-3781-A2C0-90A180512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0843" y="2937938"/>
                <a:ext cx="5588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137DD19E-C3F7-3A16-0BAC-02690080E947}"/>
                  </a:ext>
                </a:extLst>
              </p:cNvPr>
              <p:cNvSpPr txBox="1"/>
              <p:nvPr/>
            </p:nvSpPr>
            <p:spPr bwMode="auto">
              <a:xfrm>
                <a:off x="1860843" y="4142516"/>
                <a:ext cx="1257300" cy="1216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137DD19E-C3F7-3A16-0BAC-02690080E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0843" y="4142516"/>
                <a:ext cx="1257300" cy="12160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9">
            <a:extLst>
              <a:ext uri="{FF2B5EF4-FFF2-40B4-BE49-F238E27FC236}">
                <a16:creationId xmlns:a16="http://schemas.microsoft.com/office/drawing/2014/main" id="{7D58F3A4-24FB-3B54-FFD3-F49FFB13B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33" y="5553335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  <a:sym typeface="+mn-lt"/>
              </a:rPr>
              <a:t>同样有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128C7708-E8C3-FE6B-AE2C-104D2D5553B0}"/>
                  </a:ext>
                </a:extLst>
              </p:cNvPr>
              <p:cNvSpPr txBox="1"/>
              <p:nvPr/>
            </p:nvSpPr>
            <p:spPr bwMode="auto">
              <a:xfrm>
                <a:off x="2270170" y="5289511"/>
                <a:ext cx="2819400" cy="1216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𝜕𝜌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128C7708-E8C3-FE6B-AE2C-104D2D555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0170" y="5289511"/>
                <a:ext cx="2819400" cy="1216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DF90FBB4-715E-D980-8B64-9217A3753FF5}"/>
                  </a:ext>
                </a:extLst>
              </p:cNvPr>
              <p:cNvSpPr txBox="1"/>
              <p:nvPr/>
            </p:nvSpPr>
            <p:spPr bwMode="auto">
              <a:xfrm>
                <a:off x="4927392" y="5287479"/>
                <a:ext cx="2386012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𝜕𝜃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DF90FBB4-715E-D980-8B64-9217A3753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7392" y="5287479"/>
                <a:ext cx="2386012" cy="1066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2">
            <a:extLst>
              <a:ext uri="{FF2B5EF4-FFF2-40B4-BE49-F238E27FC236}">
                <a16:creationId xmlns:a16="http://schemas.microsoft.com/office/drawing/2014/main" id="{C94B20F5-9DE4-5F83-3186-A6504B4AA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33" y="312797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  <a:sym typeface="+mn-lt"/>
              </a:rPr>
              <a:t>所以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189B0C62-31E8-338F-8765-0684D4809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233" y="1978041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+mj-cs"/>
                <a:sym typeface="+mn-lt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B3369DF-AE10-99E6-3F68-AB7EAECCCA77}"/>
                  </a:ext>
                </a:extLst>
              </p:cNvPr>
              <p:cNvSpPr txBox="1"/>
              <p:nvPr/>
            </p:nvSpPr>
            <p:spPr bwMode="auto">
              <a:xfrm>
                <a:off x="9654770" y="1201998"/>
                <a:ext cx="910038" cy="1021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B3369DF-AE10-99E6-3F68-AB7EAECCC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4770" y="1201998"/>
                <a:ext cx="910038" cy="10211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B96F651E-6C1A-D7A8-CC50-567262315C10}"/>
                  </a:ext>
                </a:extLst>
              </p:cNvPr>
              <p:cNvSpPr txBox="1"/>
              <p:nvPr/>
            </p:nvSpPr>
            <p:spPr bwMode="auto">
              <a:xfrm>
                <a:off x="9313405" y="2240237"/>
                <a:ext cx="1537278" cy="10021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B96F651E-6C1A-D7A8-CC50-56726231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3405" y="2240237"/>
                <a:ext cx="1537278" cy="10021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EFAB618E-5E93-3624-0A6A-9F962F6957F9}"/>
                  </a:ext>
                </a:extLst>
              </p:cNvPr>
              <p:cNvSpPr txBox="1"/>
              <p:nvPr/>
            </p:nvSpPr>
            <p:spPr bwMode="auto">
              <a:xfrm>
                <a:off x="3441992" y="2942002"/>
                <a:ext cx="1924050" cy="11112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𝜌</m:t>
                          </m:r>
                        </m:den>
                      </m:f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EFAB618E-5E93-3624-0A6A-9F962F695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992" y="2942002"/>
                <a:ext cx="1924050" cy="11112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B76216FC-7A3C-1DC2-90EE-5CF1AC39323F}"/>
                  </a:ext>
                </a:extLst>
              </p:cNvPr>
              <p:cNvSpPr txBox="1"/>
              <p:nvPr/>
            </p:nvSpPr>
            <p:spPr bwMode="auto">
              <a:xfrm>
                <a:off x="3869569" y="4164824"/>
                <a:ext cx="2146301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𝜌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B76216FC-7A3C-1DC2-90EE-5CF1AC39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9569" y="4164824"/>
                <a:ext cx="2146301" cy="10668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9">
                <a:extLst>
                  <a:ext uri="{FF2B5EF4-FFF2-40B4-BE49-F238E27FC236}">
                    <a16:creationId xmlns:a16="http://schemas.microsoft.com/office/drawing/2014/main" id="{2986B1A4-4003-A80E-DC8D-ACB045B3D89F}"/>
                  </a:ext>
                </a:extLst>
              </p:cNvPr>
              <p:cNvSpPr txBox="1"/>
              <p:nvPr/>
            </p:nvSpPr>
            <p:spPr bwMode="auto">
              <a:xfrm>
                <a:off x="4019842" y="1818035"/>
                <a:ext cx="2984502" cy="10212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</m:t>
                          </m:r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kumimoji="1" lang="zh-CN" altLang="en-US" sz="2800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kumimoji="1" lang="zh-CN" altLang="en-US" sz="2800" b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kumimoji="1" lang="zh-CN" altLang="en-US" sz="2800" b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kumimoji="1" lang="zh-CN" altLang="en-US" sz="2800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kumimoji="1" lang="zh-CN" altLang="en-US" sz="2800" b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 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kumimoji="1" lang="zh-CN" altLang="en-US" sz="2800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kumimoji="1" lang="zh-CN" altLang="en-US" sz="2800" b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𝜌</m:t>
                                </m:r>
                                <m:func>
                                  <m:funcPr>
                                    <m:ctrlPr>
                                      <a:rPr kumimoji="1" lang="zh-CN" altLang="en-US" sz="2800" b="1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zh-CN" altLang="en-US" sz="2800" b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kumimoji="1" lang="zh-CN" altLang="en-US" sz="2800" b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  <a:cs typeface="Cambria Math" panose="02040503050406030204" charset="0"/>
                                  </a:rPr>
                                  <m:t>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29">
                <a:extLst>
                  <a:ext uri="{FF2B5EF4-FFF2-40B4-BE49-F238E27FC236}">
                    <a16:creationId xmlns:a16="http://schemas.microsoft.com/office/drawing/2014/main" id="{2986B1A4-4003-A80E-DC8D-ACB045B3D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842" y="1818035"/>
                <a:ext cx="2984502" cy="1021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0">
                <a:extLst>
                  <a:ext uri="{FF2B5EF4-FFF2-40B4-BE49-F238E27FC236}">
                    <a16:creationId xmlns:a16="http://schemas.microsoft.com/office/drawing/2014/main" id="{AB72CBA1-78D8-2489-A484-40F76FCC8679}"/>
                  </a:ext>
                </a:extLst>
              </p:cNvPr>
              <p:cNvSpPr txBox="1"/>
              <p:nvPr/>
            </p:nvSpPr>
            <p:spPr bwMode="auto">
              <a:xfrm>
                <a:off x="6939603" y="1981215"/>
                <a:ext cx="1377950" cy="58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r>
                        <a:rPr kumimoji="1" lang="zh-CN" altLang="en-US" sz="2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30">
                <a:extLst>
                  <a:ext uri="{FF2B5EF4-FFF2-40B4-BE49-F238E27FC236}">
                    <a16:creationId xmlns:a16="http://schemas.microsoft.com/office/drawing/2014/main" id="{AB72CBA1-78D8-2489-A484-40F76FC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9603" y="1981215"/>
                <a:ext cx="1377950" cy="5889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1">
                <a:extLst>
                  <a:ext uri="{FF2B5EF4-FFF2-40B4-BE49-F238E27FC236}">
                    <a16:creationId xmlns:a16="http://schemas.microsoft.com/office/drawing/2014/main" id="{4FCBD823-E6B1-D098-9CCB-FF85D6F77AEB}"/>
                  </a:ext>
                </a:extLst>
              </p:cNvPr>
              <p:cNvSpPr txBox="1"/>
              <p:nvPr/>
            </p:nvSpPr>
            <p:spPr bwMode="auto">
              <a:xfrm>
                <a:off x="2330742" y="2931208"/>
                <a:ext cx="1257300" cy="1093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𝜕𝜃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31">
                <a:extLst>
                  <a:ext uri="{FF2B5EF4-FFF2-40B4-BE49-F238E27FC236}">
                    <a16:creationId xmlns:a16="http://schemas.microsoft.com/office/drawing/2014/main" id="{4FCBD823-E6B1-D098-9CCB-FF85D6F77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0742" y="2931208"/>
                <a:ext cx="1257300" cy="10937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2">
                <a:extLst>
                  <a:ext uri="{FF2B5EF4-FFF2-40B4-BE49-F238E27FC236}">
                    <a16:creationId xmlns:a16="http://schemas.microsoft.com/office/drawing/2014/main" id="{5450CE29-F463-793D-1A6F-65F68653E789}"/>
                  </a:ext>
                </a:extLst>
              </p:cNvPr>
              <p:cNvSpPr txBox="1"/>
              <p:nvPr/>
            </p:nvSpPr>
            <p:spPr bwMode="auto">
              <a:xfrm>
                <a:off x="5163891" y="3156703"/>
                <a:ext cx="1598104" cy="705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32">
                <a:extLst>
                  <a:ext uri="{FF2B5EF4-FFF2-40B4-BE49-F238E27FC236}">
                    <a16:creationId xmlns:a16="http://schemas.microsoft.com/office/drawing/2014/main" id="{5450CE29-F463-793D-1A6F-65F68653E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3891" y="3156703"/>
                <a:ext cx="1598104" cy="7051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3">
                <a:extLst>
                  <a:ext uri="{FF2B5EF4-FFF2-40B4-BE49-F238E27FC236}">
                    <a16:creationId xmlns:a16="http://schemas.microsoft.com/office/drawing/2014/main" id="{8D9C6F57-DC3B-B304-3143-A6189DB01897}"/>
                  </a:ext>
                </a:extLst>
              </p:cNvPr>
              <p:cNvSpPr txBox="1"/>
              <p:nvPr/>
            </p:nvSpPr>
            <p:spPr bwMode="auto">
              <a:xfrm>
                <a:off x="6382836" y="3008677"/>
                <a:ext cx="2552700" cy="1068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33">
                <a:extLst>
                  <a:ext uri="{FF2B5EF4-FFF2-40B4-BE49-F238E27FC236}">
                    <a16:creationId xmlns:a16="http://schemas.microsoft.com/office/drawing/2014/main" id="{8D9C6F57-DC3B-B304-3143-A6189DB01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836" y="3008677"/>
                <a:ext cx="2552700" cy="10683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4">
                <a:extLst>
                  <a:ext uri="{FF2B5EF4-FFF2-40B4-BE49-F238E27FC236}">
                    <a16:creationId xmlns:a16="http://schemas.microsoft.com/office/drawing/2014/main" id="{8527A38E-53A7-6854-82CF-82B81A65D18B}"/>
                  </a:ext>
                </a:extLst>
              </p:cNvPr>
              <p:cNvSpPr txBox="1"/>
              <p:nvPr/>
            </p:nvSpPr>
            <p:spPr bwMode="auto">
              <a:xfrm>
                <a:off x="2752458" y="4141602"/>
                <a:ext cx="1322617" cy="1130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𝐽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𝜕𝜌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34">
                <a:extLst>
                  <a:ext uri="{FF2B5EF4-FFF2-40B4-BE49-F238E27FC236}">
                    <a16:creationId xmlns:a16="http://schemas.microsoft.com/office/drawing/2014/main" id="{8527A38E-53A7-6854-82CF-82B81A65D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2458" y="4141602"/>
                <a:ext cx="1322617" cy="113043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5">
                <a:extLst>
                  <a:ext uri="{FF2B5EF4-FFF2-40B4-BE49-F238E27FC236}">
                    <a16:creationId xmlns:a16="http://schemas.microsoft.com/office/drawing/2014/main" id="{16E2E862-F86E-8AC3-5FFE-E174EC88A644}"/>
                  </a:ext>
                </a:extLst>
              </p:cNvPr>
              <p:cNvSpPr txBox="1"/>
              <p:nvPr/>
            </p:nvSpPr>
            <p:spPr bwMode="auto">
              <a:xfrm>
                <a:off x="5526920" y="4222037"/>
                <a:ext cx="2470150" cy="900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 =−</m:t>
                      </m:r>
                      <m:f>
                        <m:fPr>
                          <m:ctrlP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35">
                <a:extLst>
                  <a:ext uri="{FF2B5EF4-FFF2-40B4-BE49-F238E27FC236}">
                    <a16:creationId xmlns:a16="http://schemas.microsoft.com/office/drawing/2014/main" id="{16E2E862-F86E-8AC3-5FFE-E174EC88A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6920" y="4222037"/>
                <a:ext cx="2470150" cy="90011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37">
            <a:extLst>
              <a:ext uri="{FF2B5EF4-FFF2-40B4-BE49-F238E27FC236}">
                <a16:creationId xmlns:a16="http://schemas.microsoft.com/office/drawing/2014/main" id="{3EB23FFE-4438-8427-AF84-737B2106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9704" y="1300504"/>
            <a:ext cx="38735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6">
                <a:extLst>
                  <a:ext uri="{FF2B5EF4-FFF2-40B4-BE49-F238E27FC236}">
                    <a16:creationId xmlns:a16="http://schemas.microsoft.com/office/drawing/2014/main" id="{44555BAE-3E4F-4BBD-C390-8824C4A5F598}"/>
                  </a:ext>
                </a:extLst>
              </p:cNvPr>
              <p:cNvSpPr txBox="1"/>
              <p:nvPr/>
            </p:nvSpPr>
            <p:spPr bwMode="auto">
              <a:xfrm>
                <a:off x="9047634" y="1108090"/>
                <a:ext cx="2794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Object 36">
                <a:extLst>
                  <a:ext uri="{FF2B5EF4-FFF2-40B4-BE49-F238E27FC236}">
                    <a16:creationId xmlns:a16="http://schemas.microsoft.com/office/drawing/2014/main" id="{44555BAE-3E4F-4BBD-C390-8824C4A5F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47634" y="1108090"/>
                <a:ext cx="279400" cy="5334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38">
            <a:extLst>
              <a:ext uri="{FF2B5EF4-FFF2-40B4-BE49-F238E27FC236}">
                <a16:creationId xmlns:a16="http://schemas.microsoft.com/office/drawing/2014/main" id="{BFC3DE06-A549-AEC3-AFED-958AE833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5997" y="2788093"/>
            <a:ext cx="360363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75AA3FA2-6D80-508E-3E9F-01C8476BBA68}"/>
                  </a:ext>
                </a:extLst>
              </p:cNvPr>
              <p:cNvSpPr txBox="1"/>
              <p:nvPr/>
            </p:nvSpPr>
            <p:spPr bwMode="auto">
              <a:xfrm>
                <a:off x="10487495" y="2654727"/>
                <a:ext cx="279400" cy="4602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75AA3FA2-6D80-508E-3E9F-01C8476BB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87495" y="2654727"/>
                <a:ext cx="279400" cy="460295"/>
              </a:xfrm>
              <a:prstGeom prst="rect">
                <a:avLst/>
              </a:prstGeom>
              <a:blipFill>
                <a:blip r:embed="rId23"/>
                <a:stretch>
                  <a:fillRect b="-26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40">
            <a:extLst>
              <a:ext uri="{FF2B5EF4-FFF2-40B4-BE49-F238E27FC236}">
                <a16:creationId xmlns:a16="http://schemas.microsoft.com/office/drawing/2014/main" id="{A5C2E062-9380-693A-E0BD-3A71F373E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8062" y="1753687"/>
            <a:ext cx="38735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1">
                <a:extLst>
                  <a:ext uri="{FF2B5EF4-FFF2-40B4-BE49-F238E27FC236}">
                    <a16:creationId xmlns:a16="http://schemas.microsoft.com/office/drawing/2014/main" id="{2742EB75-F5EF-02B6-0338-5A6A21527777}"/>
                  </a:ext>
                </a:extLst>
              </p:cNvPr>
              <p:cNvSpPr txBox="1"/>
              <p:nvPr/>
            </p:nvSpPr>
            <p:spPr bwMode="auto">
              <a:xfrm>
                <a:off x="10138640" y="1677970"/>
                <a:ext cx="347935" cy="3179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Object 41">
                <a:extLst>
                  <a:ext uri="{FF2B5EF4-FFF2-40B4-BE49-F238E27FC236}">
                    <a16:creationId xmlns:a16="http://schemas.microsoft.com/office/drawing/2014/main" id="{2742EB75-F5EF-02B6-0338-5A6A21527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38640" y="1677970"/>
                <a:ext cx="347935" cy="317961"/>
              </a:xfrm>
              <a:prstGeom prst="rect">
                <a:avLst/>
              </a:prstGeom>
              <a:blipFill>
                <a:blip r:embed="rId24"/>
                <a:stretch>
                  <a:fillRect b="-269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42">
            <a:extLst>
              <a:ext uri="{FF2B5EF4-FFF2-40B4-BE49-F238E27FC236}">
                <a16:creationId xmlns:a16="http://schemas.microsoft.com/office/drawing/2014/main" id="{0099D158-A338-1E61-A3CD-E6FE52FAE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5104" y="2277086"/>
            <a:ext cx="304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43">
                <a:extLst>
                  <a:ext uri="{FF2B5EF4-FFF2-40B4-BE49-F238E27FC236}">
                    <a16:creationId xmlns:a16="http://schemas.microsoft.com/office/drawing/2014/main" id="{FD9BFDCE-6931-0AAE-CADB-A103AD419E95}"/>
                  </a:ext>
                </a:extLst>
              </p:cNvPr>
              <p:cNvSpPr txBox="1"/>
              <p:nvPr/>
            </p:nvSpPr>
            <p:spPr bwMode="auto">
              <a:xfrm>
                <a:off x="9081630" y="2185210"/>
                <a:ext cx="374650" cy="42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𝜃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Object 43">
                <a:extLst>
                  <a:ext uri="{FF2B5EF4-FFF2-40B4-BE49-F238E27FC236}">
                    <a16:creationId xmlns:a16="http://schemas.microsoft.com/office/drawing/2014/main" id="{FD9BFDCE-6931-0AAE-CADB-A103AD41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81630" y="2185210"/>
                <a:ext cx="374650" cy="42545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88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10" grpId="0"/>
      <p:bldP spid="15" grpId="0" autoUpdateAnimBg="0"/>
      <p:bldP spid="16" grpId="0"/>
      <p:bldP spid="17" grpId="0"/>
      <p:bldP spid="21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403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2425</Words>
  <Application>Microsoft Office PowerPoint</Application>
  <PresentationFormat>宽屏</PresentationFormat>
  <Paragraphs>453</Paragraphs>
  <Slides>29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144</cp:revision>
  <cp:lastPrinted>2023-06-06T06:09:45Z</cp:lastPrinted>
  <dcterms:created xsi:type="dcterms:W3CDTF">2022-09-13T06:18:22Z</dcterms:created>
  <dcterms:modified xsi:type="dcterms:W3CDTF">2023-07-06T03:19:47Z</dcterms:modified>
</cp:coreProperties>
</file>