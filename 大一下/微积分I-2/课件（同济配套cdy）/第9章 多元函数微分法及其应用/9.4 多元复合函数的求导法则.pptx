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678" r:id="rId3"/>
    <p:sldId id="664" r:id="rId4"/>
    <p:sldId id="831" r:id="rId5"/>
    <p:sldId id="811" r:id="rId6"/>
    <p:sldId id="812" r:id="rId7"/>
    <p:sldId id="813" r:id="rId8"/>
    <p:sldId id="814" r:id="rId9"/>
    <p:sldId id="815" r:id="rId10"/>
    <p:sldId id="816" r:id="rId11"/>
    <p:sldId id="817" r:id="rId12"/>
    <p:sldId id="818" r:id="rId13"/>
    <p:sldId id="819" r:id="rId14"/>
    <p:sldId id="820" r:id="rId15"/>
    <p:sldId id="821" r:id="rId16"/>
    <p:sldId id="822" r:id="rId17"/>
    <p:sldId id="823" r:id="rId18"/>
    <p:sldId id="824" r:id="rId19"/>
    <p:sldId id="825" r:id="rId20"/>
    <p:sldId id="826" r:id="rId21"/>
    <p:sldId id="827" r:id="rId22"/>
    <p:sldId id="828" r:id="rId23"/>
    <p:sldId id="829" r:id="rId24"/>
    <p:sldId id="830" r:id="rId25"/>
    <p:sldId id="364" r:id="rId26"/>
  </p:sldIdLst>
  <p:sldSz cx="12192000" cy="6858000"/>
  <p:notesSz cx="9928225" cy="6797675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13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BA8"/>
    <a:srgbClr val="04926A"/>
    <a:srgbClr val="00926A"/>
    <a:srgbClr val="A9D18E"/>
    <a:srgbClr val="C5E0B4"/>
    <a:srgbClr val="019B4E"/>
    <a:srgbClr val="1D9D79"/>
    <a:srgbClr val="3333CC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33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360" y="52"/>
      </p:cViewPr>
      <p:guideLst>
        <p:guide pos="3840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9294E0C-3D65-03D8-4091-95C912A52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33F10D-F9E8-8D22-977F-84681A376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61C34-6C36-4319-A46B-BB551073C321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E44E7-0D88-4AE1-4D27-D94FE6EA65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9AD3F8-6AF4-2EEC-19F8-CE4975A2B4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3AE40-E968-4202-8EA4-C293C1D84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37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90F640-68C0-3B74-18B7-7A454723B6FD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6AB398-C605-3334-2407-AB87C7831FD6}"/>
              </a:ext>
            </a:extLst>
          </p:cNvPr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476314-6DF5-638C-B386-E853A0CF99B1}"/>
              </a:ext>
            </a:extLst>
          </p:cNvPr>
          <p:cNvSpPr/>
          <p:nvPr userDrawn="1"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7EF191-41EC-664C-5985-CB53220AF5E8}"/>
              </a:ext>
            </a:extLst>
          </p:cNvPr>
          <p:cNvSpPr/>
          <p:nvPr userDrawn="1"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4A7169-FA89-29BB-9BC8-9DF2911E2EC7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329B2BA-F1BA-3E1A-1779-6CF8D6AD48B6}"/>
              </a:ext>
            </a:extLst>
          </p:cNvPr>
          <p:cNvCxnSpPr>
            <a:cxnSpLocks/>
          </p:cNvCxnSpPr>
          <p:nvPr userDrawn="1"/>
        </p:nvCxnSpPr>
        <p:spPr>
          <a:xfrm>
            <a:off x="3439486" y="6589556"/>
            <a:ext cx="87498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C84FB-A274-A954-63FB-B1C8E40D3942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234BC1-8CA9-A956-4203-69EC96B8D8AD}"/>
              </a:ext>
            </a:extLst>
          </p:cNvPr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449F88-BFCB-D7A5-21BE-73AF246AAE21}"/>
              </a:ext>
            </a:extLst>
          </p:cNvPr>
          <p:cNvSpPr/>
          <p:nvPr userDrawn="1"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019A16-F795-15C8-5573-80D68605A311}"/>
              </a:ext>
            </a:extLst>
          </p:cNvPr>
          <p:cNvSpPr/>
          <p:nvPr userDrawn="1"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6389943-7959-4473-E231-97E6163D1110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3635136-6171-8486-A6E4-8D21CCAAB975}"/>
              </a:ext>
            </a:extLst>
          </p:cNvPr>
          <p:cNvCxnSpPr>
            <a:cxnSpLocks/>
          </p:cNvCxnSpPr>
          <p:nvPr userDrawn="1"/>
        </p:nvCxnSpPr>
        <p:spPr>
          <a:xfrm>
            <a:off x="3439486" y="6589556"/>
            <a:ext cx="87498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06E768-7277-B9F9-87B8-E3E1043C5774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EC49C4-00E4-BA6D-2726-48CCBAFABA30}"/>
              </a:ext>
            </a:extLst>
          </p:cNvPr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01795B-7AC4-AC11-6A1C-5753440D3185}"/>
              </a:ext>
            </a:extLst>
          </p:cNvPr>
          <p:cNvSpPr/>
          <p:nvPr userDrawn="1"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99E05B-627E-5C52-857E-4123355112CD}"/>
              </a:ext>
            </a:extLst>
          </p:cNvPr>
          <p:cNvSpPr/>
          <p:nvPr userDrawn="1"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77662D8-D299-F583-C752-3861B14D7236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B9995D6-5B76-4292-49C8-90880F1802D9}"/>
              </a:ext>
            </a:extLst>
          </p:cNvPr>
          <p:cNvCxnSpPr>
            <a:cxnSpLocks/>
          </p:cNvCxnSpPr>
          <p:nvPr userDrawn="1"/>
        </p:nvCxnSpPr>
        <p:spPr>
          <a:xfrm>
            <a:off x="3439486" y="6589556"/>
            <a:ext cx="87498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0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123.png"/><Relationship Id="rId21" Type="http://schemas.openxmlformats.org/officeDocument/2006/relationships/image" Target="../media/image141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" Type="http://schemas.openxmlformats.org/officeDocument/2006/relationships/image" Target="../media/image122.png"/><Relationship Id="rId16" Type="http://schemas.openxmlformats.org/officeDocument/2006/relationships/image" Target="../media/image136.png"/><Relationship Id="rId20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23" Type="http://schemas.openxmlformats.org/officeDocument/2006/relationships/image" Target="../media/image143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Relationship Id="rId22" Type="http://schemas.openxmlformats.org/officeDocument/2006/relationships/image" Target="../media/image1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144.png"/><Relationship Id="rId21" Type="http://schemas.openxmlformats.org/officeDocument/2006/relationships/image" Target="../media/image162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image" Target="../media/image1220.png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195.png"/><Relationship Id="rId18" Type="http://schemas.openxmlformats.org/officeDocument/2006/relationships/image" Target="../media/image200.png"/><Relationship Id="rId26" Type="http://schemas.openxmlformats.org/officeDocument/2006/relationships/image" Target="../media/image208.png"/><Relationship Id="rId3" Type="http://schemas.openxmlformats.org/officeDocument/2006/relationships/image" Target="../media/image185.png"/><Relationship Id="rId21" Type="http://schemas.openxmlformats.org/officeDocument/2006/relationships/image" Target="../media/image203.png"/><Relationship Id="rId7" Type="http://schemas.openxmlformats.org/officeDocument/2006/relationships/image" Target="../media/image189.png"/><Relationship Id="rId12" Type="http://schemas.openxmlformats.org/officeDocument/2006/relationships/image" Target="../media/image194.png"/><Relationship Id="rId17" Type="http://schemas.openxmlformats.org/officeDocument/2006/relationships/image" Target="../media/image199.png"/><Relationship Id="rId25" Type="http://schemas.openxmlformats.org/officeDocument/2006/relationships/image" Target="../media/image207.png"/><Relationship Id="rId2" Type="http://schemas.openxmlformats.org/officeDocument/2006/relationships/image" Target="../media/image122.png"/><Relationship Id="rId16" Type="http://schemas.openxmlformats.org/officeDocument/2006/relationships/image" Target="../media/image198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24" Type="http://schemas.openxmlformats.org/officeDocument/2006/relationships/image" Target="../media/image206.png"/><Relationship Id="rId5" Type="http://schemas.openxmlformats.org/officeDocument/2006/relationships/image" Target="../media/image187.png"/><Relationship Id="rId15" Type="http://schemas.openxmlformats.org/officeDocument/2006/relationships/image" Target="../media/image197.png"/><Relationship Id="rId23" Type="http://schemas.openxmlformats.org/officeDocument/2006/relationships/image" Target="../media/image205.png"/><Relationship Id="rId10" Type="http://schemas.openxmlformats.org/officeDocument/2006/relationships/image" Target="../media/image192.png"/><Relationship Id="rId19" Type="http://schemas.openxmlformats.org/officeDocument/2006/relationships/image" Target="../media/image201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Relationship Id="rId14" Type="http://schemas.openxmlformats.org/officeDocument/2006/relationships/image" Target="../media/image196.png"/><Relationship Id="rId22" Type="http://schemas.openxmlformats.org/officeDocument/2006/relationships/image" Target="../media/image204.png"/><Relationship Id="rId27" Type="http://schemas.openxmlformats.org/officeDocument/2006/relationships/image" Target="../media/image20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18" Type="http://schemas.openxmlformats.org/officeDocument/2006/relationships/image" Target="../media/image225.png"/><Relationship Id="rId21" Type="http://schemas.openxmlformats.org/officeDocument/2006/relationships/image" Target="../media/image228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17" Type="http://schemas.openxmlformats.org/officeDocument/2006/relationships/image" Target="../media/image224.png"/><Relationship Id="rId2" Type="http://schemas.openxmlformats.org/officeDocument/2006/relationships/image" Target="../media/image1220.png"/><Relationship Id="rId16" Type="http://schemas.openxmlformats.org/officeDocument/2006/relationships/image" Target="../media/image223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24" Type="http://schemas.openxmlformats.org/officeDocument/2006/relationships/image" Target="../media/image231.png"/><Relationship Id="rId5" Type="http://schemas.openxmlformats.org/officeDocument/2006/relationships/image" Target="../media/image212.png"/><Relationship Id="rId15" Type="http://schemas.openxmlformats.org/officeDocument/2006/relationships/image" Target="../media/image222.png"/><Relationship Id="rId23" Type="http://schemas.openxmlformats.org/officeDocument/2006/relationships/image" Target="../media/image230.png"/><Relationship Id="rId10" Type="http://schemas.openxmlformats.org/officeDocument/2006/relationships/image" Target="../media/image217.png"/><Relationship Id="rId19" Type="http://schemas.openxmlformats.org/officeDocument/2006/relationships/image" Target="../media/image226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Relationship Id="rId14" Type="http://schemas.openxmlformats.org/officeDocument/2006/relationships/image" Target="../media/image221.png"/><Relationship Id="rId22" Type="http://schemas.openxmlformats.org/officeDocument/2006/relationships/image" Target="../media/image2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42.png"/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12" Type="http://schemas.openxmlformats.org/officeDocument/2006/relationships/image" Target="../media/image241.png"/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40.png"/><Relationship Id="rId5" Type="http://schemas.openxmlformats.org/officeDocument/2006/relationships/image" Target="../media/image234.png"/><Relationship Id="rId10" Type="http://schemas.openxmlformats.org/officeDocument/2006/relationships/image" Target="../media/image239.png"/><Relationship Id="rId4" Type="http://schemas.openxmlformats.org/officeDocument/2006/relationships/image" Target="../media/image233.png"/><Relationship Id="rId9" Type="http://schemas.openxmlformats.org/officeDocument/2006/relationships/image" Target="../media/image238.png"/><Relationship Id="rId14" Type="http://schemas.openxmlformats.org/officeDocument/2006/relationships/image" Target="../media/image2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4.png"/><Relationship Id="rId18" Type="http://schemas.openxmlformats.org/officeDocument/2006/relationships/image" Target="../media/image259.png"/><Relationship Id="rId26" Type="http://schemas.openxmlformats.org/officeDocument/2006/relationships/image" Target="../media/image267.png"/><Relationship Id="rId3" Type="http://schemas.openxmlformats.org/officeDocument/2006/relationships/image" Target="../media/image244.png"/><Relationship Id="rId21" Type="http://schemas.openxmlformats.org/officeDocument/2006/relationships/image" Target="../media/image262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17" Type="http://schemas.openxmlformats.org/officeDocument/2006/relationships/image" Target="../media/image258.png"/><Relationship Id="rId25" Type="http://schemas.openxmlformats.org/officeDocument/2006/relationships/image" Target="../media/image266.png"/><Relationship Id="rId2" Type="http://schemas.openxmlformats.org/officeDocument/2006/relationships/image" Target="../media/image122.png"/><Relationship Id="rId16" Type="http://schemas.openxmlformats.org/officeDocument/2006/relationships/image" Target="../media/image257.png"/><Relationship Id="rId20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24" Type="http://schemas.openxmlformats.org/officeDocument/2006/relationships/image" Target="../media/image265.png"/><Relationship Id="rId5" Type="http://schemas.openxmlformats.org/officeDocument/2006/relationships/image" Target="../media/image246.png"/><Relationship Id="rId15" Type="http://schemas.openxmlformats.org/officeDocument/2006/relationships/image" Target="../media/image256.png"/><Relationship Id="rId23" Type="http://schemas.openxmlformats.org/officeDocument/2006/relationships/image" Target="../media/image264.png"/><Relationship Id="rId10" Type="http://schemas.openxmlformats.org/officeDocument/2006/relationships/image" Target="../media/image251.png"/><Relationship Id="rId19" Type="http://schemas.openxmlformats.org/officeDocument/2006/relationships/image" Target="../media/image260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Relationship Id="rId14" Type="http://schemas.openxmlformats.org/officeDocument/2006/relationships/image" Target="../media/image255.png"/><Relationship Id="rId22" Type="http://schemas.openxmlformats.org/officeDocument/2006/relationships/image" Target="../media/image263.png"/><Relationship Id="rId27" Type="http://schemas.openxmlformats.org/officeDocument/2006/relationships/image" Target="../media/image2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13" Type="http://schemas.openxmlformats.org/officeDocument/2006/relationships/image" Target="../media/image279.png"/><Relationship Id="rId3" Type="http://schemas.openxmlformats.org/officeDocument/2006/relationships/image" Target="../media/image269.png"/><Relationship Id="rId7" Type="http://schemas.openxmlformats.org/officeDocument/2006/relationships/image" Target="../media/image273.png"/><Relationship Id="rId12" Type="http://schemas.openxmlformats.org/officeDocument/2006/relationships/image" Target="../media/image278.png"/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11" Type="http://schemas.openxmlformats.org/officeDocument/2006/relationships/image" Target="../media/image277.png"/><Relationship Id="rId5" Type="http://schemas.openxmlformats.org/officeDocument/2006/relationships/image" Target="../media/image271.png"/><Relationship Id="rId10" Type="http://schemas.openxmlformats.org/officeDocument/2006/relationships/image" Target="../media/image276.png"/><Relationship Id="rId4" Type="http://schemas.openxmlformats.org/officeDocument/2006/relationships/image" Target="../media/image270.png"/><Relationship Id="rId9" Type="http://schemas.openxmlformats.org/officeDocument/2006/relationships/image" Target="../media/image275.png"/><Relationship Id="rId14" Type="http://schemas.openxmlformats.org/officeDocument/2006/relationships/image" Target="../media/image28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13" Type="http://schemas.openxmlformats.org/officeDocument/2006/relationships/image" Target="../media/image292.png"/><Relationship Id="rId3" Type="http://schemas.openxmlformats.org/officeDocument/2006/relationships/image" Target="../media/image282.png"/><Relationship Id="rId7" Type="http://schemas.openxmlformats.org/officeDocument/2006/relationships/image" Target="../media/image286.png"/><Relationship Id="rId12" Type="http://schemas.openxmlformats.org/officeDocument/2006/relationships/image" Target="../media/image291.png"/><Relationship Id="rId17" Type="http://schemas.openxmlformats.org/officeDocument/2006/relationships/image" Target="../media/image296.png"/><Relationship Id="rId2" Type="http://schemas.openxmlformats.org/officeDocument/2006/relationships/image" Target="../media/image281.png"/><Relationship Id="rId16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5.png"/><Relationship Id="rId11" Type="http://schemas.openxmlformats.org/officeDocument/2006/relationships/image" Target="../media/image290.png"/><Relationship Id="rId5" Type="http://schemas.openxmlformats.org/officeDocument/2006/relationships/image" Target="../media/image284.png"/><Relationship Id="rId15" Type="http://schemas.openxmlformats.org/officeDocument/2006/relationships/image" Target="../media/image294.png"/><Relationship Id="rId10" Type="http://schemas.openxmlformats.org/officeDocument/2006/relationships/image" Target="../media/image289.png"/><Relationship Id="rId4" Type="http://schemas.openxmlformats.org/officeDocument/2006/relationships/image" Target="../media/image283.png"/><Relationship Id="rId9" Type="http://schemas.openxmlformats.org/officeDocument/2006/relationships/image" Target="../media/image288.png"/><Relationship Id="rId14" Type="http://schemas.openxmlformats.org/officeDocument/2006/relationships/image" Target="../media/image293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8.png"/><Relationship Id="rId18" Type="http://schemas.openxmlformats.org/officeDocument/2006/relationships/image" Target="../media/image305.png"/><Relationship Id="rId21" Type="http://schemas.openxmlformats.org/officeDocument/2006/relationships/image" Target="../media/image308.png"/><Relationship Id="rId12" Type="http://schemas.openxmlformats.org/officeDocument/2006/relationships/image" Target="../media/image297.png"/><Relationship Id="rId17" Type="http://schemas.openxmlformats.org/officeDocument/2006/relationships/image" Target="../media/image302.png"/><Relationship Id="rId2" Type="http://schemas.openxmlformats.org/officeDocument/2006/relationships/image" Target="../media/image210.png"/><Relationship Id="rId16" Type="http://schemas.openxmlformats.org/officeDocument/2006/relationships/image" Target="../media/image301.png"/><Relationship Id="rId20" Type="http://schemas.openxmlformats.org/officeDocument/2006/relationships/image" Target="../media/image30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00.png"/><Relationship Id="rId24" Type="http://schemas.openxmlformats.org/officeDocument/2006/relationships/image" Target="../media/image311.png"/><Relationship Id="rId15" Type="http://schemas.openxmlformats.org/officeDocument/2006/relationships/image" Target="../media/image300.png"/><Relationship Id="rId23" Type="http://schemas.openxmlformats.org/officeDocument/2006/relationships/image" Target="../media/image310.png"/><Relationship Id="rId10" Type="http://schemas.openxmlformats.org/officeDocument/2006/relationships/image" Target="../media/image304.png"/><Relationship Id="rId19" Type="http://schemas.openxmlformats.org/officeDocument/2006/relationships/image" Target="../media/image306.png"/><Relationship Id="rId9" Type="http://schemas.openxmlformats.org/officeDocument/2006/relationships/image" Target="../media/image303.png"/><Relationship Id="rId14" Type="http://schemas.openxmlformats.org/officeDocument/2006/relationships/image" Target="../media/image299.png"/><Relationship Id="rId22" Type="http://schemas.openxmlformats.org/officeDocument/2006/relationships/image" Target="../media/image30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/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多元函数微分法及其应用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24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/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4157" y="7955"/>
              <a:ext cx="2240" cy="1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/>
                <a:t>善于类比</a:t>
              </a:r>
            </a:p>
            <a:p>
              <a:pPr algn="ctr"/>
              <a:r>
                <a:rPr lang="zh-CN" altLang="en-US" sz="2400" b="1" dirty="0"/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F30D22-649B-784A-8C5C-56124DFC7C65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356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952750"/>
            <a:ext cx="11536045" cy="54614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009257" y="209690"/>
            <a:ext cx="617348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86D9470-445D-1A4E-8C79-4FABC6F415EB}"/>
              </a:ext>
            </a:extLst>
          </p:cNvPr>
          <p:cNvGrpSpPr/>
          <p:nvPr/>
        </p:nvGrpSpPr>
        <p:grpSpPr>
          <a:xfrm>
            <a:off x="2822277" y="1377398"/>
            <a:ext cx="6547447" cy="901065"/>
            <a:chOff x="3977909" y="1027774"/>
            <a:chExt cx="6547447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977909" y="1027774"/>
              <a:ext cx="654744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4304152" y="121700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一元函数与多元函数复合的情形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3E238DB-09B1-3246-A959-DC4D5FEA1CED}"/>
              </a:ext>
            </a:extLst>
          </p:cNvPr>
          <p:cNvGrpSpPr/>
          <p:nvPr/>
        </p:nvGrpSpPr>
        <p:grpSpPr>
          <a:xfrm>
            <a:off x="2822277" y="3840078"/>
            <a:ext cx="6547448" cy="901065"/>
            <a:chOff x="3977910" y="3248408"/>
            <a:chExt cx="6547448" cy="901065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1912BAEB-AC37-E423-F6CB-E1B0732FDB96}"/>
                </a:ext>
              </a:extLst>
            </p:cNvPr>
            <p:cNvSpPr/>
            <p:nvPr/>
          </p:nvSpPr>
          <p:spPr>
            <a:xfrm flipV="1">
              <a:off x="3977910" y="3248408"/>
              <a:ext cx="654744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F98919C-5025-83DC-C0D5-365276AA3669}"/>
                </a:ext>
              </a:extLst>
            </p:cNvPr>
            <p:cNvSpPr/>
            <p:nvPr/>
          </p:nvSpPr>
          <p:spPr>
            <a:xfrm>
              <a:off x="4218088" y="3437640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其他情形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5AC671-4239-4442-839D-0B10800C5DE4}"/>
              </a:ext>
            </a:extLst>
          </p:cNvPr>
          <p:cNvGrpSpPr/>
          <p:nvPr/>
        </p:nvGrpSpPr>
        <p:grpSpPr>
          <a:xfrm>
            <a:off x="2822277" y="2608737"/>
            <a:ext cx="6547449" cy="901065"/>
            <a:chOff x="3977909" y="2138090"/>
            <a:chExt cx="6547449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977909" y="2138090"/>
              <a:ext cx="6547449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4218088" y="2327323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多元函数与多元函数复合的情形</a:t>
              </a:r>
              <a:endParaRPr lang="zh-CN" altLang="en-US" sz="2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DF5F66B-37D9-0340-9D64-897BA40E1B46}"/>
              </a:ext>
            </a:extLst>
          </p:cNvPr>
          <p:cNvGrpSpPr/>
          <p:nvPr/>
        </p:nvGrpSpPr>
        <p:grpSpPr>
          <a:xfrm>
            <a:off x="2822277" y="5071418"/>
            <a:ext cx="6547447" cy="901065"/>
            <a:chOff x="3977909" y="4358725"/>
            <a:chExt cx="6547447" cy="901065"/>
          </a:xfrm>
        </p:grpSpPr>
        <p:sp>
          <p:nvSpPr>
            <p:cNvPr id="25" name="矩形: 圆角 40">
              <a:extLst>
                <a:ext uri="{FF2B5EF4-FFF2-40B4-BE49-F238E27FC236}">
                  <a16:creationId xmlns:a16="http://schemas.microsoft.com/office/drawing/2014/main" id="{44CBD125-8AD6-B216-239D-7580D93E4279}"/>
                </a:ext>
              </a:extLst>
            </p:cNvPr>
            <p:cNvSpPr/>
            <p:nvPr/>
          </p:nvSpPr>
          <p:spPr>
            <a:xfrm flipV="1">
              <a:off x="3977909" y="4358725"/>
              <a:ext cx="654744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5042539-EA59-0168-576C-46B998111EF3}"/>
                </a:ext>
              </a:extLst>
            </p:cNvPr>
            <p:cNvSpPr/>
            <p:nvPr/>
          </p:nvSpPr>
          <p:spPr>
            <a:xfrm>
              <a:off x="4218088" y="4547957"/>
              <a:ext cx="377539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四、全</a:t>
              </a:r>
              <a:r>
                <a:rPr kumimoji="1" lang="zh-CN" altLang="en-US" sz="2800" b="1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微分形式不变性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35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3312C66F-05C0-0B8A-6A2D-8C9D0755A40B}"/>
              </a:ext>
            </a:extLst>
          </p:cNvPr>
          <p:cNvGrpSpPr/>
          <p:nvPr/>
        </p:nvGrpSpPr>
        <p:grpSpPr>
          <a:xfrm>
            <a:off x="1111250" y="670560"/>
            <a:ext cx="9970770" cy="5509895"/>
            <a:chOff x="1649" y="2344"/>
            <a:chExt cx="16057" cy="7346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F77A63F-19CC-EBF1-5E5F-3D16E7B8AE16}"/>
                </a:ext>
              </a:extLst>
            </p:cNvPr>
            <p:cNvSpPr/>
            <p:nvPr/>
          </p:nvSpPr>
          <p:spPr>
            <a:xfrm>
              <a:off x="1821" y="2483"/>
              <a:ext cx="15885" cy="72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CDD58EE-89F8-8D25-DC44-623E8CC26B2E}"/>
                </a:ext>
              </a:extLst>
            </p:cNvPr>
            <p:cNvSpPr/>
            <p:nvPr/>
          </p:nvSpPr>
          <p:spPr>
            <a:xfrm>
              <a:off x="1649" y="2344"/>
              <a:ext cx="15885" cy="72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3" name="Text Box 3">
            <a:extLst>
              <a:ext uri="{FF2B5EF4-FFF2-40B4-BE49-F238E27FC236}">
                <a16:creationId xmlns:a16="http://schemas.microsoft.com/office/drawing/2014/main" id="{FF0AFAD2-0702-AACC-2E69-61154AD74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824" y="1235238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一元复合函数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C5B40A7-754A-71E3-5D1D-76CA5A468767}"/>
                  </a:ext>
                </a:extLst>
              </p:cNvPr>
              <p:cNvSpPr txBox="1"/>
              <p:nvPr/>
            </p:nvSpPr>
            <p:spPr bwMode="auto">
              <a:xfrm>
                <a:off x="5319225" y="1205957"/>
                <a:ext cx="3404595" cy="4911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C5B40A7-754A-71E3-5D1D-76CA5A468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9225" y="1205957"/>
                <a:ext cx="3404595" cy="4911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858EA3C4-FF29-95E7-4F9E-EAE65CFD4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824" y="2481477"/>
            <a:ext cx="23863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链式求导法则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EBCEDB74-6DF2-88BD-13EA-36FEBC69B9A0}"/>
                  </a:ext>
                </a:extLst>
              </p:cNvPr>
              <p:cNvSpPr txBox="1"/>
              <p:nvPr/>
            </p:nvSpPr>
            <p:spPr bwMode="auto">
              <a:xfrm>
                <a:off x="5304830" y="2234686"/>
                <a:ext cx="215108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EBCEDB74-6DF2-88BD-13EA-36FEBC69B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830" y="2234686"/>
                <a:ext cx="2151084" cy="92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7">
            <a:extLst>
              <a:ext uri="{FF2B5EF4-FFF2-40B4-BE49-F238E27FC236}">
                <a16:creationId xmlns:a16="http://schemas.microsoft.com/office/drawing/2014/main" id="{E493E9C8-D673-3AC7-72C5-3940377AC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053" y="1383771"/>
            <a:ext cx="1371600" cy="20574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7FA54493-A12B-5BEB-DFDF-FEE54D77CF1D}"/>
                  </a:ext>
                </a:extLst>
              </p:cNvPr>
              <p:cNvSpPr txBox="1"/>
              <p:nvPr/>
            </p:nvSpPr>
            <p:spPr bwMode="auto">
              <a:xfrm>
                <a:off x="9470420" y="1405514"/>
                <a:ext cx="360363" cy="5248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7FA54493-A12B-5BEB-DFDF-FEE54D77C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70420" y="1405514"/>
                <a:ext cx="360363" cy="5248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73">
            <a:extLst>
              <a:ext uri="{FF2B5EF4-FFF2-40B4-BE49-F238E27FC236}">
                <a16:creationId xmlns:a16="http://schemas.microsoft.com/office/drawing/2014/main" id="{D3AA81E4-FB85-3F4C-C24B-B5AE2BE2CB29}"/>
              </a:ext>
            </a:extLst>
          </p:cNvPr>
          <p:cNvGrpSpPr>
            <a:grpSpLocks/>
          </p:cNvGrpSpPr>
          <p:nvPr/>
        </p:nvGrpSpPr>
        <p:grpSpPr bwMode="auto">
          <a:xfrm>
            <a:off x="9457721" y="1940342"/>
            <a:ext cx="360363" cy="711635"/>
            <a:chOff x="5068" y="1098"/>
            <a:chExt cx="227" cy="398"/>
          </a:xfrm>
          <a:solidFill>
            <a:srgbClr val="FF0000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74">
                  <a:extLst>
                    <a:ext uri="{FF2B5EF4-FFF2-40B4-BE49-F238E27FC236}">
                      <a16:creationId xmlns:a16="http://schemas.microsoft.com/office/drawing/2014/main" id="{68EE993A-B849-B6FF-C015-39601A263A99}"/>
                    </a:ext>
                  </a:extLst>
                </p:cNvPr>
                <p:cNvSpPr txBox="1"/>
                <p:nvPr/>
              </p:nvSpPr>
              <p:spPr bwMode="auto">
                <a:xfrm>
                  <a:off x="5068" y="1259"/>
                  <a:ext cx="227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Object 74">
                  <a:extLst>
                    <a:ext uri="{FF2B5EF4-FFF2-40B4-BE49-F238E27FC236}">
                      <a16:creationId xmlns:a16="http://schemas.microsoft.com/office/drawing/2014/main" id="{68EE993A-B849-B6FF-C015-39601A263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8" y="1259"/>
                  <a:ext cx="227" cy="2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76">
              <a:extLst>
                <a:ext uri="{FF2B5EF4-FFF2-40B4-BE49-F238E27FC236}">
                  <a16:creationId xmlns:a16="http://schemas.microsoft.com/office/drawing/2014/main" id="{79B47EE2-DCF3-7B30-C968-94D6D1D36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8" y="1098"/>
              <a:ext cx="3" cy="23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12" name="Group 81">
            <a:extLst>
              <a:ext uri="{FF2B5EF4-FFF2-40B4-BE49-F238E27FC236}">
                <a16:creationId xmlns:a16="http://schemas.microsoft.com/office/drawing/2014/main" id="{C742B6AE-F07E-9A96-1CBA-05D02C2C2B0A}"/>
              </a:ext>
            </a:extLst>
          </p:cNvPr>
          <p:cNvGrpSpPr>
            <a:grpSpLocks/>
          </p:cNvGrpSpPr>
          <p:nvPr/>
        </p:nvGrpSpPr>
        <p:grpSpPr bwMode="auto">
          <a:xfrm>
            <a:off x="9470420" y="2726543"/>
            <a:ext cx="577850" cy="468313"/>
            <a:chOff x="4826" y="1578"/>
            <a:chExt cx="364" cy="295"/>
          </a:xfrm>
          <a:solidFill>
            <a:srgbClr val="FF0000"/>
          </a:solidFill>
        </p:grpSpPr>
        <p:sp>
          <p:nvSpPr>
            <p:cNvPr id="13" name="Line 82">
              <a:extLst>
                <a:ext uri="{FF2B5EF4-FFF2-40B4-BE49-F238E27FC236}">
                  <a16:creationId xmlns:a16="http://schemas.microsoft.com/office/drawing/2014/main" id="{6342609A-E6A5-57FB-27B1-0140A1BD3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78"/>
              <a:ext cx="0" cy="21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83">
                  <a:extLst>
                    <a:ext uri="{FF2B5EF4-FFF2-40B4-BE49-F238E27FC236}">
                      <a16:creationId xmlns:a16="http://schemas.microsoft.com/office/drawing/2014/main" id="{7B1BEEDC-17BE-F5F2-62BE-19D9F8A37088}"/>
                    </a:ext>
                  </a:extLst>
                </p:cNvPr>
                <p:cNvSpPr txBox="1"/>
                <p:nvPr/>
              </p:nvSpPr>
              <p:spPr bwMode="auto">
                <a:xfrm>
                  <a:off x="4826" y="1692"/>
                  <a:ext cx="364" cy="1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Object 83">
                  <a:extLst>
                    <a:ext uri="{FF2B5EF4-FFF2-40B4-BE49-F238E27FC236}">
                      <a16:creationId xmlns:a16="http://schemas.microsoft.com/office/drawing/2014/main" id="{7B1BEEDC-17BE-F5F2-62BE-19D9F8A37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26" y="1692"/>
                  <a:ext cx="364" cy="181"/>
                </a:xfrm>
                <a:prstGeom prst="rect">
                  <a:avLst/>
                </a:prstGeom>
                <a:blipFill>
                  <a:blip r:embed="rId6"/>
                  <a:stretch>
                    <a:fillRect b="-3829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379F4F5-B454-73E1-9EF6-4267C64F00AD}"/>
              </a:ext>
            </a:extLst>
          </p:cNvPr>
          <p:cNvCxnSpPr>
            <a:cxnSpLocks/>
          </p:cNvCxnSpPr>
          <p:nvPr/>
        </p:nvCxnSpPr>
        <p:spPr>
          <a:xfrm flipH="1">
            <a:off x="9648221" y="1937411"/>
            <a:ext cx="3174" cy="475060"/>
          </a:xfrm>
          <a:prstGeom prst="straightConnector1">
            <a:avLst/>
          </a:prstGeom>
          <a:ln w="28575">
            <a:solidFill>
              <a:srgbClr val="0492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DB219D-963D-3883-87CE-8CCA2D98F4AA}"/>
              </a:ext>
            </a:extLst>
          </p:cNvPr>
          <p:cNvCxnSpPr>
            <a:cxnSpLocks/>
          </p:cNvCxnSpPr>
          <p:nvPr/>
        </p:nvCxnSpPr>
        <p:spPr>
          <a:xfrm>
            <a:off x="9657745" y="2691850"/>
            <a:ext cx="0" cy="405398"/>
          </a:xfrm>
          <a:prstGeom prst="straightConnector1">
            <a:avLst/>
          </a:prstGeom>
          <a:ln w="28575">
            <a:solidFill>
              <a:srgbClr val="0492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右箭头 3">
            <a:extLst>
              <a:ext uri="{FF2B5EF4-FFF2-40B4-BE49-F238E27FC236}">
                <a16:creationId xmlns:a16="http://schemas.microsoft.com/office/drawing/2014/main" id="{AF106A13-253A-152B-ADD2-052BFF940485}"/>
              </a:ext>
            </a:extLst>
          </p:cNvPr>
          <p:cNvSpPr/>
          <p:nvPr/>
        </p:nvSpPr>
        <p:spPr>
          <a:xfrm>
            <a:off x="2972824" y="4556778"/>
            <a:ext cx="4089580" cy="965220"/>
          </a:xfrm>
          <a:prstGeom prst="rightArrow">
            <a:avLst/>
          </a:prstGeom>
          <a:solidFill>
            <a:srgbClr val="04926A">
              <a:alpha val="20000"/>
            </a:srgbClr>
          </a:solidFill>
          <a:ln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推广到多元复合函数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1">
                <a:extLst>
                  <a:ext uri="{FF2B5EF4-FFF2-40B4-BE49-F238E27FC236}">
                    <a16:creationId xmlns:a16="http://schemas.microsoft.com/office/drawing/2014/main" id="{032C4FB8-7D70-933E-ADCD-1485E7F39717}"/>
                  </a:ext>
                </a:extLst>
              </p:cNvPr>
              <p:cNvSpPr txBox="1"/>
              <p:nvPr/>
            </p:nvSpPr>
            <p:spPr bwMode="auto">
              <a:xfrm>
                <a:off x="5319226" y="3736622"/>
                <a:ext cx="4995428" cy="4911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1">
                <a:extLst>
                  <a:ext uri="{FF2B5EF4-FFF2-40B4-BE49-F238E27FC236}">
                    <a16:creationId xmlns:a16="http://schemas.microsoft.com/office/drawing/2014/main" id="{032C4FB8-7D70-933E-ADCD-1485E7F3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9226" y="3736622"/>
                <a:ext cx="4995428" cy="4911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12">
            <a:extLst>
              <a:ext uri="{FF2B5EF4-FFF2-40B4-BE49-F238E27FC236}">
                <a16:creationId xmlns:a16="http://schemas.microsoft.com/office/drawing/2014/main" id="{383CBC6D-A6AF-0B42-573D-A8E8C4B5F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824" y="3762486"/>
            <a:ext cx="177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微分法则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EF290B8-F4B1-18DB-10F0-69ED7A7C271E}"/>
              </a:ext>
            </a:extLst>
          </p:cNvPr>
          <p:cNvGrpSpPr/>
          <p:nvPr/>
        </p:nvGrpSpPr>
        <p:grpSpPr>
          <a:xfrm>
            <a:off x="1962819" y="1279169"/>
            <a:ext cx="1231265" cy="449580"/>
            <a:chOff x="1553" y="3802"/>
            <a:chExt cx="1939" cy="708"/>
          </a:xfrm>
        </p:grpSpPr>
        <p:sp>
          <p:nvSpPr>
            <p:cNvPr id="21" name="圆角矩形 21">
              <a:extLst>
                <a:ext uri="{FF2B5EF4-FFF2-40B4-BE49-F238E27FC236}">
                  <a16:creationId xmlns:a16="http://schemas.microsoft.com/office/drawing/2014/main" id="{ED42B250-1E5A-CB19-48C9-11F6216DAB18}"/>
                </a:ext>
              </a:extLst>
            </p:cNvPr>
            <p:cNvSpPr/>
            <p:nvPr/>
          </p:nvSpPr>
          <p:spPr>
            <a:xfrm>
              <a:off x="1553" y="3803"/>
              <a:ext cx="1506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Text Box 28">
              <a:extLst>
                <a:ext uri="{FF2B5EF4-FFF2-40B4-BE49-F238E27FC236}">
                  <a16:creationId xmlns:a16="http://schemas.microsoft.com/office/drawing/2014/main" id="{C14A613F-C2C8-8D71-8731-5D59952E4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回顾：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80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17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>
            <a:extLst>
              <a:ext uri="{FF2B5EF4-FFF2-40B4-BE49-F238E27FC236}">
                <a16:creationId xmlns:a16="http://schemas.microsoft.com/office/drawing/2014/main" id="{2E921C65-18C4-6C2C-3F2B-024EF1633E3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6" name="Rectangle 1">
              <a:extLst>
                <a:ext uri="{FF2B5EF4-FFF2-40B4-BE49-F238E27FC236}">
                  <a16:creationId xmlns:a16="http://schemas.microsoft.com/office/drawing/2014/main" id="{07FD5A0B-B1F1-E043-5857-43276A8D224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圆角矩形 2">
              <a:extLst>
                <a:ext uri="{FF2B5EF4-FFF2-40B4-BE49-F238E27FC236}">
                  <a16:creationId xmlns:a16="http://schemas.microsoft.com/office/drawing/2014/main" id="{DD5EE50F-9687-0553-4333-44933B69F9B1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D33F2957-A003-F2D6-27A1-859E376E4278}"/>
                </a:ext>
              </a:extLst>
            </p:cNvPr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69" name="Rectangle 1">
                <a:extLst>
                  <a:ext uri="{FF2B5EF4-FFF2-40B4-BE49-F238E27FC236}">
                    <a16:creationId xmlns:a16="http://schemas.microsoft.com/office/drawing/2014/main" id="{9C5B1009-66FF-DF98-ABEE-4A7AE77C1358}"/>
                  </a:ext>
                </a:extLst>
              </p:cNvPr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Rectangle 1">
                <a:extLst>
                  <a:ext uri="{FF2B5EF4-FFF2-40B4-BE49-F238E27FC236}">
                    <a16:creationId xmlns:a16="http://schemas.microsoft.com/office/drawing/2014/main" id="{9F2A2817-D2A4-29A6-4B24-D9763209EDC1}"/>
                  </a:ext>
                </a:extLst>
              </p:cNvPr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522F065-ACB3-2721-4AA0-0C6EEF617FC7}"/>
                  </a:ext>
                </a:extLst>
              </p:cNvPr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B64D0990-A9B3-3B30-2A11-3209E190EA37}"/>
                  </a:ext>
                </a:extLst>
              </p:cNvPr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A0F56CD6-01AA-9ACA-A068-909B49BF68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C4811D88-1FBC-AA02-98FE-3A3D14C77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7">
            <a:extLst>
              <a:ext uri="{FF2B5EF4-FFF2-40B4-BE49-F238E27FC236}">
                <a16:creationId xmlns:a16="http://schemas.microsoft.com/office/drawing/2014/main" id="{A3E801E0-CD8A-9CBE-008E-9BE850C48FC8}"/>
              </a:ext>
            </a:extLst>
          </p:cNvPr>
          <p:cNvSpPr txBox="1">
            <a:spLocks noChangeArrowheads="1"/>
          </p:cNvSpPr>
          <p:nvPr/>
        </p:nvSpPr>
        <p:spPr>
          <a:xfrm>
            <a:off x="902745" y="810348"/>
            <a:ext cx="7124700" cy="55124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一、一元函数与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多元函数复合的情形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">
                <a:extLst>
                  <a:ext uri="{FF2B5EF4-FFF2-40B4-BE49-F238E27FC236}">
                    <a16:creationId xmlns:a16="http://schemas.microsoft.com/office/drawing/2014/main" id="{905F29C7-7963-D10F-67C1-D602430E5384}"/>
                  </a:ext>
                </a:extLst>
              </p:cNvPr>
              <p:cNvSpPr txBox="1"/>
              <p:nvPr/>
            </p:nvSpPr>
            <p:spPr bwMode="auto">
              <a:xfrm>
                <a:off x="8457426" y="1920151"/>
                <a:ext cx="2838576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1">
                <a:extLst>
                  <a:ext uri="{FF2B5EF4-FFF2-40B4-BE49-F238E27FC236}">
                    <a16:creationId xmlns:a16="http://schemas.microsoft.com/office/drawing/2014/main" id="{905F29C7-7963-D10F-67C1-D602430E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7426" y="1920151"/>
                <a:ext cx="2838576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67">
            <a:extLst>
              <a:ext uri="{FF2B5EF4-FFF2-40B4-BE49-F238E27FC236}">
                <a16:creationId xmlns:a16="http://schemas.microsoft.com/office/drawing/2014/main" id="{030E8449-D238-D7F0-2EF4-C74738668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682" y="2842108"/>
            <a:ext cx="1371600" cy="20574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C78D35F-3032-E1C4-41F4-577EA8EE6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294" y="1392566"/>
            <a:ext cx="1421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若函数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0D17664-A8C6-179B-6BB1-83513C20F05B}"/>
                  </a:ext>
                </a:extLst>
              </p:cNvPr>
              <p:cNvSpPr txBox="1"/>
              <p:nvPr/>
            </p:nvSpPr>
            <p:spPr bwMode="auto">
              <a:xfrm>
                <a:off x="4249179" y="1349555"/>
                <a:ext cx="497542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kumimoji="1" lang="zh-CN" altLang="en-US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可导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0D17664-A8C6-179B-6BB1-83513C20F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9179" y="1349555"/>
                <a:ext cx="4975427" cy="457200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A5EB805F-518F-1271-DDA5-5AD341B0A105}"/>
                  </a:ext>
                </a:extLst>
              </p:cNvPr>
              <p:cNvSpPr txBox="1"/>
              <p:nvPr/>
            </p:nvSpPr>
            <p:spPr bwMode="auto">
              <a:xfrm>
                <a:off x="9164769" y="1331118"/>
                <a:ext cx="1887132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A5EB805F-518F-1271-DDA5-5AD341B0A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4769" y="1331118"/>
                <a:ext cx="1887132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>
            <a:extLst>
              <a:ext uri="{FF2B5EF4-FFF2-40B4-BE49-F238E27FC236}">
                <a16:creationId xmlns:a16="http://schemas.microsoft.com/office/drawing/2014/main" id="{66945E9E-316E-88AB-02CF-6B8B34703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5379" y="1942582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处偏导连续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F826B34A-1D43-6C2F-7DDA-80EB8CA6CE80}"/>
                  </a:ext>
                </a:extLst>
              </p:cNvPr>
              <p:cNvSpPr txBox="1"/>
              <p:nvPr/>
            </p:nvSpPr>
            <p:spPr bwMode="auto">
              <a:xfrm>
                <a:off x="3043294" y="1938931"/>
                <a:ext cx="1965935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F826B34A-1D43-6C2F-7DDA-80EB8CA6C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94" y="1938931"/>
                <a:ext cx="1965935" cy="457200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3">
                <a:extLst>
                  <a:ext uri="{FF2B5EF4-FFF2-40B4-BE49-F238E27FC236}">
                    <a16:creationId xmlns:a16="http://schemas.microsoft.com/office/drawing/2014/main" id="{53F952F0-2723-CC01-96FD-50F9E98460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3294" y="2551601"/>
                <a:ext cx="2271346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可导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10" name="Text Box 13">
                <a:extLst>
                  <a:ext uri="{FF2B5EF4-FFF2-40B4-BE49-F238E27FC236}">
                    <a16:creationId xmlns:a16="http://schemas.microsoft.com/office/drawing/2014/main" id="{53F952F0-2723-CC01-96FD-50F9E984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94" y="2551601"/>
                <a:ext cx="2271346" cy="519112"/>
              </a:xfrm>
              <a:prstGeom prst="rect">
                <a:avLst/>
              </a:prstGeom>
              <a:blipFill>
                <a:blip r:embed="rId6"/>
                <a:stretch>
                  <a:fillRect l="-5362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">
                <a:extLst>
                  <a:ext uri="{FF2B5EF4-FFF2-40B4-BE49-F238E27FC236}">
                    <a16:creationId xmlns:a16="http://schemas.microsoft.com/office/drawing/2014/main" id="{0BF63FF8-1D31-C0B4-F213-87B1C7861826}"/>
                  </a:ext>
                </a:extLst>
              </p:cNvPr>
              <p:cNvSpPr txBox="1"/>
              <p:nvPr/>
            </p:nvSpPr>
            <p:spPr bwMode="auto">
              <a:xfrm>
                <a:off x="3043294" y="3176871"/>
                <a:ext cx="445354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4">
                <a:extLst>
                  <a:ext uri="{FF2B5EF4-FFF2-40B4-BE49-F238E27FC236}">
                    <a16:creationId xmlns:a16="http://schemas.microsoft.com/office/drawing/2014/main" id="{0BF63FF8-1D31-C0B4-F213-87B1C7861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94" y="3176871"/>
                <a:ext cx="4453548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173C71AB-655C-833B-F9EB-D66DCF60FC6D}"/>
                  </a:ext>
                </a:extLst>
              </p:cNvPr>
              <p:cNvSpPr txBox="1"/>
              <p:nvPr/>
            </p:nvSpPr>
            <p:spPr bwMode="auto">
              <a:xfrm>
                <a:off x="10227983" y="2800279"/>
                <a:ext cx="288000" cy="3036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173C71AB-655C-833B-F9EB-D66DCF60F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27983" y="2800279"/>
                <a:ext cx="288000" cy="303628"/>
              </a:xfrm>
              <a:prstGeom prst="rect">
                <a:avLst/>
              </a:prstGeom>
              <a:blipFill>
                <a:blip r:embed="rId8"/>
                <a:stretch>
                  <a:fillRect b="-3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44">
            <a:extLst>
              <a:ext uri="{FF2B5EF4-FFF2-40B4-BE49-F238E27FC236}">
                <a16:creationId xmlns:a16="http://schemas.microsoft.com/office/drawing/2014/main" id="{5B81BF3C-88FD-E3B0-BDDB-4666CB9A1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0514" y="1939027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则复合函数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6">
                <a:extLst>
                  <a:ext uri="{FF2B5EF4-FFF2-40B4-BE49-F238E27FC236}">
                    <a16:creationId xmlns:a16="http://schemas.microsoft.com/office/drawing/2014/main" id="{6925B4EA-9EFA-B0C1-92BC-4A5EF2C34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5777" y="4274033"/>
                <a:ext cx="337692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证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         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设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取增量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14" name="Text Box 56">
                <a:extLst>
                  <a:ext uri="{FF2B5EF4-FFF2-40B4-BE49-F238E27FC236}">
                    <a16:creationId xmlns:a16="http://schemas.microsoft.com/office/drawing/2014/main" id="{6925B4EA-9EFA-B0C1-92BC-4A5EF2C34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5777" y="4274033"/>
                <a:ext cx="3376923" cy="523220"/>
              </a:xfrm>
              <a:prstGeom prst="rect">
                <a:avLst/>
              </a:prstGeom>
              <a:blipFill>
                <a:blip r:embed="rId9"/>
                <a:stretch>
                  <a:fillRect l="-3610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1">
                <a:extLst>
                  <a:ext uri="{FF2B5EF4-FFF2-40B4-BE49-F238E27FC236}">
                    <a16:creationId xmlns:a16="http://schemas.microsoft.com/office/drawing/2014/main" id="{F7143756-F5DD-5B48-C06A-293BE33BABAE}"/>
                  </a:ext>
                </a:extLst>
              </p:cNvPr>
              <p:cNvSpPr txBox="1"/>
              <p:nvPr/>
            </p:nvSpPr>
            <p:spPr bwMode="auto">
              <a:xfrm>
                <a:off x="3047830" y="5319936"/>
                <a:ext cx="2856872" cy="7391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61">
                <a:extLst>
                  <a:ext uri="{FF2B5EF4-FFF2-40B4-BE49-F238E27FC236}">
                    <a16:creationId xmlns:a16="http://schemas.microsoft.com/office/drawing/2014/main" id="{F7143756-F5DD-5B48-C06A-293BE33BA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7830" y="5319936"/>
                <a:ext cx="2856872" cy="739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3">
                <a:extLst>
                  <a:ext uri="{FF2B5EF4-FFF2-40B4-BE49-F238E27FC236}">
                    <a16:creationId xmlns:a16="http://schemas.microsoft.com/office/drawing/2014/main" id="{4DF26155-FDB4-993C-9BE0-CED7F240CA33}"/>
                  </a:ext>
                </a:extLst>
              </p:cNvPr>
              <p:cNvSpPr txBox="1"/>
              <p:nvPr/>
            </p:nvSpPr>
            <p:spPr bwMode="auto">
              <a:xfrm>
                <a:off x="6411356" y="5435611"/>
                <a:ext cx="387985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 ).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63">
                <a:extLst>
                  <a:ext uri="{FF2B5EF4-FFF2-40B4-BE49-F238E27FC236}">
                    <a16:creationId xmlns:a16="http://schemas.microsoft.com/office/drawing/2014/main" id="{4DF26155-FDB4-993C-9BE0-CED7F240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1356" y="5435611"/>
                <a:ext cx="3879850" cy="571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6">
                <a:extLst>
                  <a:ext uri="{FF2B5EF4-FFF2-40B4-BE49-F238E27FC236}">
                    <a16:creationId xmlns:a16="http://schemas.microsoft.com/office/drawing/2014/main" id="{CCF4818C-36CC-6CA3-2054-CCD1B5513349}"/>
                  </a:ext>
                </a:extLst>
              </p:cNvPr>
              <p:cNvSpPr txBox="1"/>
              <p:nvPr/>
            </p:nvSpPr>
            <p:spPr bwMode="auto">
              <a:xfrm>
                <a:off x="5575548" y="5492551"/>
                <a:ext cx="1018518" cy="4859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𝑜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66">
                <a:extLst>
                  <a:ext uri="{FF2B5EF4-FFF2-40B4-BE49-F238E27FC236}">
                    <a16:creationId xmlns:a16="http://schemas.microsoft.com/office/drawing/2014/main" id="{CCF4818C-36CC-6CA3-2054-CCD1B5513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5548" y="5492551"/>
                <a:ext cx="1018518" cy="485986"/>
              </a:xfrm>
              <a:prstGeom prst="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68">
            <a:extLst>
              <a:ext uri="{FF2B5EF4-FFF2-40B4-BE49-F238E27FC236}">
                <a16:creationId xmlns:a16="http://schemas.microsoft.com/office/drawing/2014/main" id="{6E282EC0-898F-9A56-9855-5C60F0B55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0779" y="4338857"/>
            <a:ext cx="2743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则相应中间变量</a:t>
            </a:r>
          </a:p>
        </p:txBody>
      </p:sp>
      <p:sp>
        <p:nvSpPr>
          <p:cNvPr id="19" name="Text Box 69">
            <a:extLst>
              <a:ext uri="{FF2B5EF4-FFF2-40B4-BE49-F238E27FC236}">
                <a16:creationId xmlns:a16="http://schemas.microsoft.com/office/drawing/2014/main" id="{201DD3DC-D85E-F690-B910-14AA65635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225" y="254628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且有</a:t>
            </a:r>
            <a:r>
              <a:rPr kumimoji="1" lang="zh-CN" altLang="en-US" sz="2800" dirty="0">
                <a:solidFill>
                  <a:srgbClr val="4A7BA8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链式法则</a:t>
            </a:r>
          </a:p>
        </p:txBody>
      </p:sp>
      <p:grpSp>
        <p:nvGrpSpPr>
          <p:cNvPr id="20" name="Group 73">
            <a:extLst>
              <a:ext uri="{FF2B5EF4-FFF2-40B4-BE49-F238E27FC236}">
                <a16:creationId xmlns:a16="http://schemas.microsoft.com/office/drawing/2014/main" id="{71A652F5-B713-95C8-A0EC-C564573E6064}"/>
              </a:ext>
            </a:extLst>
          </p:cNvPr>
          <p:cNvGrpSpPr>
            <a:grpSpLocks/>
          </p:cNvGrpSpPr>
          <p:nvPr/>
        </p:nvGrpSpPr>
        <p:grpSpPr bwMode="auto">
          <a:xfrm>
            <a:off x="9807869" y="3231771"/>
            <a:ext cx="1063625" cy="649288"/>
            <a:chOff x="4808" y="1098"/>
            <a:chExt cx="670" cy="409"/>
          </a:xfrm>
          <a:solidFill>
            <a:srgbClr val="FF0000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74">
                  <a:extLst>
                    <a:ext uri="{FF2B5EF4-FFF2-40B4-BE49-F238E27FC236}">
                      <a16:creationId xmlns:a16="http://schemas.microsoft.com/office/drawing/2014/main" id="{6EDD7F2D-22C0-DA89-2EF5-B1CC34F1501B}"/>
                    </a:ext>
                  </a:extLst>
                </p:cNvPr>
                <p:cNvSpPr txBox="1"/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   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Object 74">
                  <a:extLst>
                    <a:ext uri="{FF2B5EF4-FFF2-40B4-BE49-F238E27FC236}">
                      <a16:creationId xmlns:a16="http://schemas.microsoft.com/office/drawing/2014/main" id="{6EDD7F2D-22C0-DA89-2EF5-B1CC34F15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blipFill>
                  <a:blip r:embed="rId13"/>
                  <a:stretch>
                    <a:fillRect r="-2299" b="-237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75">
              <a:extLst>
                <a:ext uri="{FF2B5EF4-FFF2-40B4-BE49-F238E27FC236}">
                  <a16:creationId xmlns:a16="http://schemas.microsoft.com/office/drawing/2014/main" id="{33786AF5-2A29-A4F2-234C-4F623F2CB9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098"/>
              <a:ext cx="480" cy="293"/>
              <a:chOff x="4800" y="2256"/>
              <a:chExt cx="480" cy="293"/>
            </a:xfrm>
            <a:grpFill/>
          </p:grpSpPr>
          <p:sp>
            <p:nvSpPr>
              <p:cNvPr id="23" name="Line 76">
                <a:extLst>
                  <a:ext uri="{FF2B5EF4-FFF2-40B4-BE49-F238E27FC236}">
                    <a16:creationId xmlns:a16="http://schemas.microsoft.com/office/drawing/2014/main" id="{9B738C4C-A0B7-FD69-4C0D-D53DF6EDC2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256"/>
                <a:ext cx="240" cy="28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24" name="Line 77">
                <a:extLst>
                  <a:ext uri="{FF2B5EF4-FFF2-40B4-BE49-F238E27FC236}">
                    <a16:creationId xmlns:a16="http://schemas.microsoft.com/office/drawing/2014/main" id="{A6865896-EB90-4360-DD46-6761F5D83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2256"/>
                <a:ext cx="240" cy="29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Group 78">
            <a:extLst>
              <a:ext uri="{FF2B5EF4-FFF2-40B4-BE49-F238E27FC236}">
                <a16:creationId xmlns:a16="http://schemas.microsoft.com/office/drawing/2014/main" id="{ED915FAF-6CE1-C8F7-40C1-80EDDCC93CB6}"/>
              </a:ext>
            </a:extLst>
          </p:cNvPr>
          <p:cNvGrpSpPr>
            <a:grpSpLocks/>
          </p:cNvGrpSpPr>
          <p:nvPr/>
        </p:nvGrpSpPr>
        <p:grpSpPr bwMode="auto">
          <a:xfrm>
            <a:off x="10640512" y="4045266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26" name="Line 79">
              <a:extLst>
                <a:ext uri="{FF2B5EF4-FFF2-40B4-BE49-F238E27FC236}">
                  <a16:creationId xmlns:a16="http://schemas.microsoft.com/office/drawing/2014/main" id="{E05A98D2-EB10-C642-E94E-80864D025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80">
                  <a:extLst>
                    <a:ext uri="{FF2B5EF4-FFF2-40B4-BE49-F238E27FC236}">
                      <a16:creationId xmlns:a16="http://schemas.microsoft.com/office/drawing/2014/main" id="{FF517E6F-2738-A6E9-3B4C-54F39C9EBB9F}"/>
                    </a:ext>
                  </a:extLst>
                </p:cNvPr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Object 80">
                  <a:extLst>
                    <a:ext uri="{FF2B5EF4-FFF2-40B4-BE49-F238E27FC236}">
                      <a16:creationId xmlns:a16="http://schemas.microsoft.com/office/drawing/2014/main" id="{FF517E6F-2738-A6E9-3B4C-54F39C9EBB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>
                  <a:blip r:embed="rId14"/>
                  <a:stretch>
                    <a:fillRect b="-1016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92">
                <a:extLst>
                  <a:ext uri="{FF2B5EF4-FFF2-40B4-BE49-F238E27FC236}">
                    <a16:creationId xmlns:a16="http://schemas.microsoft.com/office/drawing/2014/main" id="{9AC4FBF5-3474-2178-D6A0-8DE1910C16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079" y="4847445"/>
                <a:ext cx="206862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有增量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𝑢</m:t>
                    </m:r>
                    <m:r>
                      <m:rPr>
                        <m:nor/>
                      </m:rPr>
                      <a:rPr kumimoji="1" lang="en-US" altLang="zh-CN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sym typeface="+mn-lt"/>
                      </a:rPr>
                      <m:t>,</m:t>
                    </m:r>
                    <m:r>
                      <a:rPr kumimoji="1" lang="en-US" altLang="zh-CN" sz="22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+mn-lt"/>
                      </a:rPr>
                      <m:t>   </m:t>
                    </m:r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𝑣</m:t>
                    </m:r>
                    <m:r>
                      <m:rPr>
                        <m:nor/>
                      </m:rPr>
                      <a:rPr kumimoji="1" lang="en-US" altLang="zh-CN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sym typeface="+mn-lt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31" name="Text Box 92">
                <a:extLst>
                  <a:ext uri="{FF2B5EF4-FFF2-40B4-BE49-F238E27FC236}">
                    <a16:creationId xmlns:a16="http://schemas.microsoft.com/office/drawing/2014/main" id="{9AC4FBF5-3474-2178-D6A0-8DE1910C1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4079" y="4847445"/>
                <a:ext cx="2068621" cy="430887"/>
              </a:xfrm>
              <a:prstGeom prst="rect">
                <a:avLst/>
              </a:prstGeom>
              <a:blipFill>
                <a:blip r:embed="rId15"/>
                <a:stretch>
                  <a:fillRect l="-3835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78">
            <a:extLst>
              <a:ext uri="{FF2B5EF4-FFF2-40B4-BE49-F238E27FC236}">
                <a16:creationId xmlns:a16="http://schemas.microsoft.com/office/drawing/2014/main" id="{822965D3-1F00-0D3F-32D8-CA031F6CBBCA}"/>
              </a:ext>
            </a:extLst>
          </p:cNvPr>
          <p:cNvGrpSpPr>
            <a:grpSpLocks/>
          </p:cNvGrpSpPr>
          <p:nvPr/>
        </p:nvGrpSpPr>
        <p:grpSpPr bwMode="auto">
          <a:xfrm>
            <a:off x="9823170" y="4045266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57" name="Line 79">
              <a:extLst>
                <a:ext uri="{FF2B5EF4-FFF2-40B4-BE49-F238E27FC236}">
                  <a16:creationId xmlns:a16="http://schemas.microsoft.com/office/drawing/2014/main" id="{BD535A34-C5A2-A75C-4901-F10DBD1EA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bject 80">
                  <a:extLst>
                    <a:ext uri="{FF2B5EF4-FFF2-40B4-BE49-F238E27FC236}">
                      <a16:creationId xmlns:a16="http://schemas.microsoft.com/office/drawing/2014/main" id="{9B84D990-3C2B-D78C-DC06-0A4B86BBBFD7}"/>
                    </a:ext>
                  </a:extLst>
                </p:cNvPr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8" name="Object 80">
                  <a:extLst>
                    <a:ext uri="{FF2B5EF4-FFF2-40B4-BE49-F238E27FC236}">
                      <a16:creationId xmlns:a16="http://schemas.microsoft.com/office/drawing/2014/main" id="{9B84D990-3C2B-D78C-DC06-0A4B86BBB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>
                  <a:blip r:embed="rId16"/>
                  <a:stretch>
                    <a:fillRect b="-1016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40E858FE-7813-2B09-FE85-ECB543DD7D03}"/>
              </a:ext>
            </a:extLst>
          </p:cNvPr>
          <p:cNvGrpSpPr/>
          <p:nvPr/>
        </p:nvGrpSpPr>
        <p:grpSpPr>
          <a:xfrm>
            <a:off x="1809744" y="1429386"/>
            <a:ext cx="1238885" cy="449580"/>
            <a:chOff x="1553" y="3802"/>
            <a:chExt cx="1951" cy="708"/>
          </a:xfrm>
        </p:grpSpPr>
        <p:sp>
          <p:nvSpPr>
            <p:cNvPr id="63" name="圆角矩形 3">
              <a:extLst>
                <a:ext uri="{FF2B5EF4-FFF2-40B4-BE49-F238E27FC236}">
                  <a16:creationId xmlns:a16="http://schemas.microsoft.com/office/drawing/2014/main" id="{69E5280D-F75A-BDDD-59C8-785ACFA664E7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DC740B3D-FD7D-6E0B-E85E-08D4FEC46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05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图文框 81">
            <a:extLst>
              <a:ext uri="{FF2B5EF4-FFF2-40B4-BE49-F238E27FC236}">
                <a16:creationId xmlns:a16="http://schemas.microsoft.com/office/drawing/2014/main" id="{AA4335D3-724F-398A-1985-9EEFFB559F07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3E89E4C-ED2E-6210-7FF4-7EF1CC024DEB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9">
                <a:extLst>
                  <a:ext uri="{FF2B5EF4-FFF2-40B4-BE49-F238E27FC236}">
                    <a16:creationId xmlns:a16="http://schemas.microsoft.com/office/drawing/2014/main" id="{014D6C13-E85A-5D79-961E-2A819B17CE7B}"/>
                  </a:ext>
                </a:extLst>
              </p:cNvPr>
              <p:cNvSpPr txBox="1"/>
              <p:nvPr/>
            </p:nvSpPr>
            <p:spPr bwMode="auto">
              <a:xfrm>
                <a:off x="3259140" y="1756492"/>
                <a:ext cx="16891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令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9">
                <a:extLst>
                  <a:ext uri="{FF2B5EF4-FFF2-40B4-BE49-F238E27FC236}">
                    <a16:creationId xmlns:a16="http://schemas.microsoft.com/office/drawing/2014/main" id="{014D6C13-E85A-5D79-961E-2A819B17C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9140" y="1756492"/>
                <a:ext cx="1689100" cy="444500"/>
              </a:xfrm>
              <a:prstGeom prst="rect">
                <a:avLst/>
              </a:prstGeom>
              <a:blipFill>
                <a:blip r:embed="rId2"/>
                <a:stretch>
                  <a:fillRect l="-2888" b="-109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0">
                <a:extLst>
                  <a:ext uri="{FF2B5EF4-FFF2-40B4-BE49-F238E27FC236}">
                    <a16:creationId xmlns:a16="http://schemas.microsoft.com/office/drawing/2014/main" id="{9A3AB3DE-D340-4F2D-A5DE-8F335CB960BA}"/>
                  </a:ext>
                </a:extLst>
              </p:cNvPr>
              <p:cNvSpPr txBox="1"/>
              <p:nvPr/>
            </p:nvSpPr>
            <p:spPr bwMode="auto">
              <a:xfrm>
                <a:off x="4615063" y="1750142"/>
                <a:ext cx="380365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则有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→0,  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0">
                <a:extLst>
                  <a:ext uri="{FF2B5EF4-FFF2-40B4-BE49-F238E27FC236}">
                    <a16:creationId xmlns:a16="http://schemas.microsoft.com/office/drawing/2014/main" id="{9A3AB3DE-D340-4F2D-A5DE-8F335CB96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5063" y="1750142"/>
                <a:ext cx="3803650" cy="457200"/>
              </a:xfrm>
              <a:prstGeom prst="rect">
                <a:avLst/>
              </a:prstGeom>
              <a:blipFill>
                <a:blip r:embed="rId3"/>
                <a:stretch>
                  <a:fillRect l="-1122" b="-6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41">
            <a:extLst>
              <a:ext uri="{FF2B5EF4-FFF2-40B4-BE49-F238E27FC236}">
                <a16:creationId xmlns:a16="http://schemas.microsoft.com/office/drawing/2014/main" id="{19DB5B3D-A216-2FDC-8BA5-E5E649960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0397" y="1853875"/>
            <a:ext cx="0" cy="317532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4">
                <a:extLst>
                  <a:ext uri="{FF2B5EF4-FFF2-40B4-BE49-F238E27FC236}">
                    <a16:creationId xmlns:a16="http://schemas.microsoft.com/office/drawing/2014/main" id="{278C6921-19C8-47A5-1E5B-1C5605745F9C}"/>
                  </a:ext>
                </a:extLst>
              </p:cNvPr>
              <p:cNvSpPr txBox="1"/>
              <p:nvPr/>
            </p:nvSpPr>
            <p:spPr bwMode="auto">
              <a:xfrm>
                <a:off x="3257554" y="3305413"/>
                <a:ext cx="9017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𝑜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44">
                <a:extLst>
                  <a:ext uri="{FF2B5EF4-FFF2-40B4-BE49-F238E27FC236}">
                    <a16:creationId xmlns:a16="http://schemas.microsoft.com/office/drawing/2014/main" id="{278C6921-19C8-47A5-1E5B-1C5605745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7554" y="3305413"/>
                <a:ext cx="901700" cy="92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6">
            <a:extLst>
              <a:ext uri="{FF2B5EF4-FFF2-40B4-BE49-F238E27FC236}">
                <a16:creationId xmlns:a16="http://schemas.microsoft.com/office/drawing/2014/main" id="{D1DB065D-7764-53F1-F1C8-B1FABC430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226" y="5335747"/>
            <a:ext cx="1902901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(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全导数公式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4">
                <a:extLst>
                  <a:ext uri="{FF2B5EF4-FFF2-40B4-BE49-F238E27FC236}">
                    <a16:creationId xmlns:a16="http://schemas.microsoft.com/office/drawing/2014/main" id="{EE7E4483-C3DE-586F-6E31-D419786D24C4}"/>
                  </a:ext>
                </a:extLst>
              </p:cNvPr>
              <p:cNvSpPr txBox="1"/>
              <p:nvPr/>
            </p:nvSpPr>
            <p:spPr bwMode="auto">
              <a:xfrm>
                <a:off x="2231573" y="886279"/>
                <a:ext cx="3295648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54">
                <a:extLst>
                  <a:ext uri="{FF2B5EF4-FFF2-40B4-BE49-F238E27FC236}">
                    <a16:creationId xmlns:a16="http://schemas.microsoft.com/office/drawing/2014/main" id="{EE7E4483-C3DE-586F-6E31-D419786D2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1573" y="886279"/>
                <a:ext cx="3295648" cy="9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5">
                <a:extLst>
                  <a:ext uri="{FF2B5EF4-FFF2-40B4-BE49-F238E27FC236}">
                    <a16:creationId xmlns:a16="http://schemas.microsoft.com/office/drawing/2014/main" id="{2C8B6C5B-A86B-80FB-E4B0-449518A8AC76}"/>
                  </a:ext>
                </a:extLst>
              </p:cNvPr>
              <p:cNvSpPr txBox="1"/>
              <p:nvPr/>
            </p:nvSpPr>
            <p:spPr bwMode="auto">
              <a:xfrm>
                <a:off x="4675381" y="887867"/>
                <a:ext cx="1104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𝑜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55">
                <a:extLst>
                  <a:ext uri="{FF2B5EF4-FFF2-40B4-BE49-F238E27FC236}">
                    <a16:creationId xmlns:a16="http://schemas.microsoft.com/office/drawing/2014/main" id="{2C8B6C5B-A86B-80FB-E4B0-449518A8A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381" y="887867"/>
                <a:ext cx="1104900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73">
                <a:extLst>
                  <a:ext uri="{FF2B5EF4-FFF2-40B4-BE49-F238E27FC236}">
                    <a16:creationId xmlns:a16="http://schemas.microsoft.com/office/drawing/2014/main" id="{8ABAE272-57FB-7BA8-F125-52A35E0617EC}"/>
                  </a:ext>
                </a:extLst>
              </p:cNvPr>
              <p:cNvSpPr txBox="1"/>
              <p:nvPr/>
            </p:nvSpPr>
            <p:spPr bwMode="auto">
              <a:xfrm>
                <a:off x="5611089" y="999886"/>
                <a:ext cx="3803650" cy="708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 ),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73">
                <a:extLst>
                  <a:ext uri="{FF2B5EF4-FFF2-40B4-BE49-F238E27FC236}">
                    <a16:creationId xmlns:a16="http://schemas.microsoft.com/office/drawing/2014/main" id="{8ABAE272-57FB-7BA8-F125-52A35E061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1089" y="999886"/>
                <a:ext cx="3803650" cy="7080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77">
                <a:extLst>
                  <a:ext uri="{FF2B5EF4-FFF2-40B4-BE49-F238E27FC236}">
                    <a16:creationId xmlns:a16="http://schemas.microsoft.com/office/drawing/2014/main" id="{B9ADA68D-400F-A206-0B96-0E241BCDB7D9}"/>
                  </a:ext>
                </a:extLst>
              </p:cNvPr>
              <p:cNvSpPr txBox="1"/>
              <p:nvPr/>
            </p:nvSpPr>
            <p:spPr bwMode="auto">
              <a:xfrm>
                <a:off x="3880735" y="3305413"/>
                <a:ext cx="1206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𝑜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77">
                <a:extLst>
                  <a:ext uri="{FF2B5EF4-FFF2-40B4-BE49-F238E27FC236}">
                    <a16:creationId xmlns:a16="http://schemas.microsoft.com/office/drawing/2014/main" id="{B9ADA68D-400F-A206-0B96-0E241BCDB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0735" y="3305413"/>
                <a:ext cx="12065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8">
                <a:extLst>
                  <a:ext uri="{FF2B5EF4-FFF2-40B4-BE49-F238E27FC236}">
                    <a16:creationId xmlns:a16="http://schemas.microsoft.com/office/drawing/2014/main" id="{FB3B690F-962D-2D3C-367A-E8B3DFDA2BE6}"/>
                  </a:ext>
                </a:extLst>
              </p:cNvPr>
              <p:cNvSpPr txBox="1"/>
              <p:nvPr/>
            </p:nvSpPr>
            <p:spPr bwMode="auto">
              <a:xfrm>
                <a:off x="4736872" y="3107869"/>
                <a:ext cx="2367585" cy="1123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+(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nor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78">
                <a:extLst>
                  <a:ext uri="{FF2B5EF4-FFF2-40B4-BE49-F238E27FC236}">
                    <a16:creationId xmlns:a16="http://schemas.microsoft.com/office/drawing/2014/main" id="{FB3B690F-962D-2D3C-367A-E8B3DFDA2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6872" y="3107869"/>
                <a:ext cx="2367585" cy="11234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79">
                <a:extLst>
                  <a:ext uri="{FF2B5EF4-FFF2-40B4-BE49-F238E27FC236}">
                    <a16:creationId xmlns:a16="http://schemas.microsoft.com/office/drawing/2014/main" id="{EA30D0B4-F4C4-1960-C146-4DF5B07339C4}"/>
                  </a:ext>
                </a:extLst>
              </p:cNvPr>
              <p:cNvSpPr txBox="1"/>
              <p:nvPr/>
            </p:nvSpPr>
            <p:spPr bwMode="auto">
              <a:xfrm>
                <a:off x="6779976" y="3483609"/>
                <a:ext cx="852092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79">
                <a:extLst>
                  <a:ext uri="{FF2B5EF4-FFF2-40B4-BE49-F238E27FC236}">
                    <a16:creationId xmlns:a16="http://schemas.microsoft.com/office/drawing/2014/main" id="{EA30D0B4-F4C4-1960-C146-4DF5B0733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9976" y="3483609"/>
                <a:ext cx="852092" cy="5286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80">
                <a:extLst>
                  <a:ext uri="{FF2B5EF4-FFF2-40B4-BE49-F238E27FC236}">
                    <a16:creationId xmlns:a16="http://schemas.microsoft.com/office/drawing/2014/main" id="{81D8C9BF-D5E8-F92D-393B-605A64560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2325" y="4385532"/>
                <a:ext cx="4041423" cy="430887"/>
              </a:xfrm>
              <a:prstGeom prst="rect">
                <a:avLst/>
              </a:prstGeom>
              <a:noFill/>
              <a:ln w="19050">
                <a:solidFill>
                  <a:srgbClr val="04926A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lvl="0" algn="ctr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＜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0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时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根式前加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m:t>“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–”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号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28" name="Text Box 80">
                <a:extLst>
                  <a:ext uri="{FF2B5EF4-FFF2-40B4-BE49-F238E27FC236}">
                    <a16:creationId xmlns:a16="http://schemas.microsoft.com/office/drawing/2014/main" id="{81D8C9BF-D5E8-F92D-393B-605A6456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325" y="4385532"/>
                <a:ext cx="4041423" cy="430887"/>
              </a:xfrm>
              <a:prstGeom prst="rect">
                <a:avLst/>
              </a:prstGeom>
              <a:blipFill>
                <a:blip r:embed="rId11"/>
                <a:stretch>
                  <a:fillRect t="-10811" b="-24324"/>
                </a:stretch>
              </a:blipFill>
              <a:ln w="19050">
                <a:solidFill>
                  <a:srgbClr val="04926A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83">
                <a:extLst>
                  <a:ext uri="{FF2B5EF4-FFF2-40B4-BE49-F238E27FC236}">
                    <a16:creationId xmlns:a16="http://schemas.microsoft.com/office/drawing/2014/main" id="{601BED34-CD68-08D9-C560-467F8C2904AB}"/>
                  </a:ext>
                </a:extLst>
              </p:cNvPr>
              <p:cNvSpPr txBox="1"/>
              <p:nvPr/>
            </p:nvSpPr>
            <p:spPr bwMode="auto">
              <a:xfrm>
                <a:off x="3263271" y="2275131"/>
                <a:ext cx="43688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,   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83">
                <a:extLst>
                  <a:ext uri="{FF2B5EF4-FFF2-40B4-BE49-F238E27FC236}">
                    <a16:creationId xmlns:a16="http://schemas.microsoft.com/office/drawing/2014/main" id="{601BED34-CD68-08D9-C560-467F8C290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3271" y="2275131"/>
                <a:ext cx="4368800" cy="914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87">
            <a:extLst>
              <a:ext uri="{FF2B5EF4-FFF2-40B4-BE49-F238E27FC236}">
                <a16:creationId xmlns:a16="http://schemas.microsoft.com/office/drawing/2014/main" id="{9BFAD4E9-184A-734B-F8AA-A8925DCF5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0945" y="5157591"/>
            <a:ext cx="3055881" cy="787201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03">
                <a:extLst>
                  <a:ext uri="{FF2B5EF4-FFF2-40B4-BE49-F238E27FC236}">
                    <a16:creationId xmlns:a16="http://schemas.microsoft.com/office/drawing/2014/main" id="{77F95AF4-A3D6-B1CA-5582-865835A2B0BB}"/>
                  </a:ext>
                </a:extLst>
              </p:cNvPr>
              <p:cNvSpPr txBox="1"/>
              <p:nvPr/>
            </p:nvSpPr>
            <p:spPr bwMode="auto">
              <a:xfrm>
                <a:off x="2355396" y="5173465"/>
                <a:ext cx="3083379" cy="757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103">
                <a:extLst>
                  <a:ext uri="{FF2B5EF4-FFF2-40B4-BE49-F238E27FC236}">
                    <a16:creationId xmlns:a16="http://schemas.microsoft.com/office/drawing/2014/main" id="{77F95AF4-A3D6-B1CA-5582-865835A2B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5396" y="5173465"/>
                <a:ext cx="3083379" cy="7570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7">
            <a:extLst>
              <a:ext uri="{FF2B5EF4-FFF2-40B4-BE49-F238E27FC236}">
                <a16:creationId xmlns:a16="http://schemas.microsoft.com/office/drawing/2014/main" id="{46EC8F84-DB9B-3ABF-17A2-F0ADB14C7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2591" y="2275131"/>
            <a:ext cx="1371600" cy="20574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bject 17">
                <a:extLst>
                  <a:ext uri="{FF2B5EF4-FFF2-40B4-BE49-F238E27FC236}">
                    <a16:creationId xmlns:a16="http://schemas.microsoft.com/office/drawing/2014/main" id="{AE37E0C9-9654-51BE-4099-48B4FA1EE139}"/>
                  </a:ext>
                </a:extLst>
              </p:cNvPr>
              <p:cNvSpPr txBox="1"/>
              <p:nvPr/>
            </p:nvSpPr>
            <p:spPr bwMode="auto">
              <a:xfrm>
                <a:off x="8973892" y="2233302"/>
                <a:ext cx="288000" cy="3036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7" name="Object 17">
                <a:extLst>
                  <a:ext uri="{FF2B5EF4-FFF2-40B4-BE49-F238E27FC236}">
                    <a16:creationId xmlns:a16="http://schemas.microsoft.com/office/drawing/2014/main" id="{AE37E0C9-9654-51BE-4099-48B4FA1EE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3892" y="2233302"/>
                <a:ext cx="288000" cy="303628"/>
              </a:xfrm>
              <a:prstGeom prst="rect">
                <a:avLst/>
              </a:prstGeom>
              <a:blipFill>
                <a:blip r:embed="rId14"/>
                <a:stretch>
                  <a:fillRect r="-4255" b="-28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73">
            <a:extLst>
              <a:ext uri="{FF2B5EF4-FFF2-40B4-BE49-F238E27FC236}">
                <a16:creationId xmlns:a16="http://schemas.microsoft.com/office/drawing/2014/main" id="{F1F0927A-13D6-10F1-3F3D-B662ABB84241}"/>
              </a:ext>
            </a:extLst>
          </p:cNvPr>
          <p:cNvGrpSpPr>
            <a:grpSpLocks/>
          </p:cNvGrpSpPr>
          <p:nvPr/>
        </p:nvGrpSpPr>
        <p:grpSpPr bwMode="auto">
          <a:xfrm>
            <a:off x="8553778" y="2664794"/>
            <a:ext cx="1063625" cy="649288"/>
            <a:chOff x="4808" y="1098"/>
            <a:chExt cx="670" cy="409"/>
          </a:xfrm>
          <a:solidFill>
            <a:srgbClr val="FF0000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74">
                  <a:extLst>
                    <a:ext uri="{FF2B5EF4-FFF2-40B4-BE49-F238E27FC236}">
                      <a16:creationId xmlns:a16="http://schemas.microsoft.com/office/drawing/2014/main" id="{E3BBF724-D05E-A38F-2E74-43BC8A404122}"/>
                    </a:ext>
                  </a:extLst>
                </p:cNvPr>
                <p:cNvSpPr txBox="1"/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      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9" name="Object 74">
                  <a:extLst>
                    <a:ext uri="{FF2B5EF4-FFF2-40B4-BE49-F238E27FC236}">
                      <a16:creationId xmlns:a16="http://schemas.microsoft.com/office/drawing/2014/main" id="{E3BBF724-D05E-A38F-2E74-43BC8A404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0" name="Group 75">
              <a:extLst>
                <a:ext uri="{FF2B5EF4-FFF2-40B4-BE49-F238E27FC236}">
                  <a16:creationId xmlns:a16="http://schemas.microsoft.com/office/drawing/2014/main" id="{1C7ADE07-9AAC-FFFA-4BEC-B95629464E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098"/>
              <a:ext cx="480" cy="293"/>
              <a:chOff x="4800" y="2256"/>
              <a:chExt cx="480" cy="293"/>
            </a:xfrm>
            <a:grpFill/>
          </p:grpSpPr>
          <p:sp>
            <p:nvSpPr>
              <p:cNvPr id="71" name="Line 76">
                <a:extLst>
                  <a:ext uri="{FF2B5EF4-FFF2-40B4-BE49-F238E27FC236}">
                    <a16:creationId xmlns:a16="http://schemas.microsoft.com/office/drawing/2014/main" id="{2F0981B1-699E-EA24-A68C-C1D5ADEB9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256"/>
                <a:ext cx="240" cy="28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72" name="Line 77">
                <a:extLst>
                  <a:ext uri="{FF2B5EF4-FFF2-40B4-BE49-F238E27FC236}">
                    <a16:creationId xmlns:a16="http://schemas.microsoft.com/office/drawing/2014/main" id="{F9035232-5B85-9AA2-C811-71C4412D8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2256"/>
                <a:ext cx="240" cy="29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3" name="Group 78">
            <a:extLst>
              <a:ext uri="{FF2B5EF4-FFF2-40B4-BE49-F238E27FC236}">
                <a16:creationId xmlns:a16="http://schemas.microsoft.com/office/drawing/2014/main" id="{DB32B003-66CA-8503-5AEC-3189B795FB4D}"/>
              </a:ext>
            </a:extLst>
          </p:cNvPr>
          <p:cNvGrpSpPr>
            <a:grpSpLocks/>
          </p:cNvGrpSpPr>
          <p:nvPr/>
        </p:nvGrpSpPr>
        <p:grpSpPr bwMode="auto">
          <a:xfrm>
            <a:off x="9386421" y="3478289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74" name="Line 79">
              <a:extLst>
                <a:ext uri="{FF2B5EF4-FFF2-40B4-BE49-F238E27FC236}">
                  <a16:creationId xmlns:a16="http://schemas.microsoft.com/office/drawing/2014/main" id="{B75C8002-9290-5443-9ECF-783CF5ADF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80">
                  <a:extLst>
                    <a:ext uri="{FF2B5EF4-FFF2-40B4-BE49-F238E27FC236}">
                      <a16:creationId xmlns:a16="http://schemas.microsoft.com/office/drawing/2014/main" id="{43681365-B222-C045-1948-B4EB619DC6C9}"/>
                    </a:ext>
                  </a:extLst>
                </p:cNvPr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5" name="Object 80">
                  <a:extLst>
                    <a:ext uri="{FF2B5EF4-FFF2-40B4-BE49-F238E27FC236}">
                      <a16:creationId xmlns:a16="http://schemas.microsoft.com/office/drawing/2014/main" id="{43681365-B222-C045-1948-B4EB619DC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>
                  <a:blip r:embed="rId16"/>
                  <a:stretch>
                    <a:fillRect b="-1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8">
            <a:extLst>
              <a:ext uri="{FF2B5EF4-FFF2-40B4-BE49-F238E27FC236}">
                <a16:creationId xmlns:a16="http://schemas.microsoft.com/office/drawing/2014/main" id="{0F7BCDC1-FFDF-8829-F57F-6A3F45C3D393}"/>
              </a:ext>
            </a:extLst>
          </p:cNvPr>
          <p:cNvGrpSpPr>
            <a:grpSpLocks/>
          </p:cNvGrpSpPr>
          <p:nvPr/>
        </p:nvGrpSpPr>
        <p:grpSpPr bwMode="auto">
          <a:xfrm>
            <a:off x="8569079" y="3478289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77" name="Line 79">
              <a:extLst>
                <a:ext uri="{FF2B5EF4-FFF2-40B4-BE49-F238E27FC236}">
                  <a16:creationId xmlns:a16="http://schemas.microsoft.com/office/drawing/2014/main" id="{395E4A41-1323-78C8-AF4C-5B057E429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Object 80">
                  <a:extLst>
                    <a:ext uri="{FF2B5EF4-FFF2-40B4-BE49-F238E27FC236}">
                      <a16:creationId xmlns:a16="http://schemas.microsoft.com/office/drawing/2014/main" id="{B8E9A74E-F389-0852-1D5A-E26431826FC1}"/>
                    </a:ext>
                  </a:extLst>
                </p:cNvPr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8" name="Object 80">
                  <a:extLst>
                    <a:ext uri="{FF2B5EF4-FFF2-40B4-BE49-F238E27FC236}">
                      <a16:creationId xmlns:a16="http://schemas.microsoft.com/office/drawing/2014/main" id="{B8E9A74E-F389-0852-1D5A-E26431826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>
                  <a:blip r:embed="rId17"/>
                  <a:stretch>
                    <a:fillRect b="-1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B65B0CB-13FB-490F-CAB0-72CC724C01E9}"/>
              </a:ext>
            </a:extLst>
          </p:cNvPr>
          <p:cNvGrpSpPr/>
          <p:nvPr/>
        </p:nvGrpSpPr>
        <p:grpSpPr>
          <a:xfrm>
            <a:off x="8752638" y="5339156"/>
            <a:ext cx="716209" cy="360271"/>
            <a:chOff x="1553" y="3803"/>
            <a:chExt cx="1165" cy="579"/>
          </a:xfrm>
        </p:grpSpPr>
        <p:sp>
          <p:nvSpPr>
            <p:cNvPr id="10" name="圆角矩形 21">
              <a:extLst>
                <a:ext uri="{FF2B5EF4-FFF2-40B4-BE49-F238E27FC236}">
                  <a16:creationId xmlns:a16="http://schemas.microsoft.com/office/drawing/2014/main" id="{F80BC94F-1792-BB3F-7A72-1CF564B763D9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02891FC8-A33C-E699-1941-47B34B9E4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143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 animBg="1"/>
      <p:bldP spid="7" grpId="0"/>
      <p:bldP spid="8" grpId="0"/>
      <p:bldP spid="24" grpId="0"/>
      <p:bldP spid="25" grpId="0"/>
      <p:bldP spid="26" grpId="0"/>
      <p:bldP spid="27" grpId="0"/>
      <p:bldP spid="28" grpId="0" animBg="1"/>
      <p:bldP spid="29" grpId="0"/>
      <p:bldP spid="30" grpId="0" animBg="1"/>
      <p:bldP spid="31" grpId="0"/>
      <p:bldP spid="66" grpId="0" animBg="1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图文框 55">
            <a:extLst>
              <a:ext uri="{FF2B5EF4-FFF2-40B4-BE49-F238E27FC236}">
                <a16:creationId xmlns:a16="http://schemas.microsoft.com/office/drawing/2014/main" id="{620CEACC-6104-B20F-7086-6F2F7289E9BE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AE9AEF5-ED86-F7F5-0CA0-DE1CBD012723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07709F14-8C5A-53D3-2BAB-0BF9AE1FD897}"/>
              </a:ext>
            </a:extLst>
          </p:cNvPr>
          <p:cNvGrpSpPr>
            <a:grpSpLocks/>
          </p:cNvGrpSpPr>
          <p:nvPr/>
        </p:nvGrpSpPr>
        <p:grpSpPr bwMode="auto">
          <a:xfrm>
            <a:off x="9367758" y="3477105"/>
            <a:ext cx="1150937" cy="360362"/>
            <a:chOff x="4416" y="1666"/>
            <a:chExt cx="672" cy="158"/>
          </a:xfrm>
        </p:grpSpPr>
        <p:sp>
          <p:nvSpPr>
            <p:cNvPr id="4" name="Line 20">
              <a:extLst>
                <a:ext uri="{FF2B5EF4-FFF2-40B4-BE49-F238E27FC236}">
                  <a16:creationId xmlns:a16="http://schemas.microsoft.com/office/drawing/2014/main" id="{F50420FD-9338-B066-B4D0-B3FA5D010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6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5" name="Line 22">
              <a:extLst>
                <a:ext uri="{FF2B5EF4-FFF2-40B4-BE49-F238E27FC236}">
                  <a16:creationId xmlns:a16="http://schemas.microsoft.com/office/drawing/2014/main" id="{78C3738B-5E1A-6803-4300-12A39A512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68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6" name="Line 43">
              <a:extLst>
                <a:ext uri="{FF2B5EF4-FFF2-40B4-BE49-F238E27FC236}">
                  <a16:creationId xmlns:a16="http://schemas.microsoft.com/office/drawing/2014/main" id="{D70F981F-2C67-91ED-68CD-35A39EC08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68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sp>
        <p:nvSpPr>
          <p:cNvPr id="7" name="Line 62">
            <a:extLst>
              <a:ext uri="{FF2B5EF4-FFF2-40B4-BE49-F238E27FC236}">
                <a16:creationId xmlns:a16="http://schemas.microsoft.com/office/drawing/2014/main" id="{FBCA907D-9DF7-B5C0-08A5-0D6F22457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36082" y="3456467"/>
            <a:ext cx="0" cy="3810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E037D3F0-522A-198E-837C-D8C7479BF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592" y="2289824"/>
            <a:ext cx="1702034" cy="2122977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7058ED5D-6566-75DA-D598-6E96B079BE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449" y="1769334"/>
                <a:ext cx="569309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中间变量多于两个的情形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例如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7058ED5D-6566-75DA-D598-6E96B079B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8449" y="1769334"/>
                <a:ext cx="5693097" cy="523220"/>
              </a:xfrm>
              <a:prstGeom prst="rect">
                <a:avLst/>
              </a:prstGeom>
              <a:blipFill>
                <a:blip r:embed="rId2"/>
                <a:stretch>
                  <a:fillRect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F7790B6E-93BC-5D40-C10E-BB80A2C85647}"/>
                  </a:ext>
                </a:extLst>
              </p:cNvPr>
              <p:cNvSpPr txBox="1"/>
              <p:nvPr/>
            </p:nvSpPr>
            <p:spPr bwMode="auto">
              <a:xfrm>
                <a:off x="2064488" y="2488933"/>
                <a:ext cx="2717981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F7790B6E-93BC-5D40-C10E-BB80A2C85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4488" y="2488933"/>
                <a:ext cx="271798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9F0400F4-F6BA-A4F8-784E-779F41DD34F7}"/>
                  </a:ext>
                </a:extLst>
              </p:cNvPr>
              <p:cNvSpPr txBox="1"/>
              <p:nvPr/>
            </p:nvSpPr>
            <p:spPr bwMode="auto">
              <a:xfrm>
                <a:off x="2032220" y="3351313"/>
                <a:ext cx="1004895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9F0400F4-F6BA-A4F8-784E-779F41DD3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2220" y="3351313"/>
                <a:ext cx="1004895" cy="9001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8">
                <a:extLst>
                  <a:ext uri="{FF2B5EF4-FFF2-40B4-BE49-F238E27FC236}">
                    <a16:creationId xmlns:a16="http://schemas.microsoft.com/office/drawing/2014/main" id="{40F663EA-95FA-6C1C-A97F-411839A6A3FB}"/>
                  </a:ext>
                </a:extLst>
              </p:cNvPr>
              <p:cNvSpPr txBox="1"/>
              <p:nvPr/>
            </p:nvSpPr>
            <p:spPr bwMode="auto">
              <a:xfrm>
                <a:off x="2509513" y="4519019"/>
                <a:ext cx="451330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8">
                <a:extLst>
                  <a:ext uri="{FF2B5EF4-FFF2-40B4-BE49-F238E27FC236}">
                    <a16:creationId xmlns:a16="http://schemas.microsoft.com/office/drawing/2014/main" id="{40F663EA-95FA-6C1C-A97F-411839A6A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513" y="4519019"/>
                <a:ext cx="4513304" cy="431800"/>
              </a:xfrm>
              <a:prstGeom prst="rect">
                <a:avLst/>
              </a:prstGeom>
              <a:blipFill>
                <a:blip r:embed="rId5"/>
                <a:stretch>
                  <a:fillRect b="-112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02251285-5209-2615-E2B0-14E39E2BB280}"/>
                  </a:ext>
                </a:extLst>
              </p:cNvPr>
              <p:cNvSpPr txBox="1"/>
              <p:nvPr/>
            </p:nvSpPr>
            <p:spPr bwMode="auto">
              <a:xfrm>
                <a:off x="9724148" y="224871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02251285-5209-2615-E2B0-14E39E2BB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24148" y="2248715"/>
                <a:ext cx="381000" cy="381000"/>
              </a:xfrm>
              <a:prstGeom prst="rect">
                <a:avLst/>
              </a:prstGeom>
              <a:blipFill>
                <a:blip r:embed="rId6"/>
                <a:stretch>
                  <a:fillRect b="-48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5D7B524F-A858-71E4-D39E-316B06C847EA}"/>
                  </a:ext>
                </a:extLst>
              </p:cNvPr>
              <p:cNvSpPr txBox="1"/>
              <p:nvPr/>
            </p:nvSpPr>
            <p:spPr bwMode="auto">
              <a:xfrm>
                <a:off x="9169317" y="2926923"/>
                <a:ext cx="1460500" cy="53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5D7B524F-A858-71E4-D39E-316B06C84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9317" y="2926923"/>
                <a:ext cx="1460500" cy="536300"/>
              </a:xfrm>
              <a:prstGeom prst="rect">
                <a:avLst/>
              </a:prstGeom>
              <a:blipFill>
                <a:blip r:embed="rId7"/>
                <a:stretch>
                  <a:fillRect r="-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40">
            <a:extLst>
              <a:ext uri="{FF2B5EF4-FFF2-40B4-BE49-F238E27FC236}">
                <a16:creationId xmlns:a16="http://schemas.microsoft.com/office/drawing/2014/main" id="{A49356CE-3AEB-3473-19BF-91A050833609}"/>
              </a:ext>
            </a:extLst>
          </p:cNvPr>
          <p:cNvGrpSpPr>
            <a:grpSpLocks/>
          </p:cNvGrpSpPr>
          <p:nvPr/>
        </p:nvGrpSpPr>
        <p:grpSpPr bwMode="auto">
          <a:xfrm>
            <a:off x="9461421" y="2667461"/>
            <a:ext cx="852488" cy="381000"/>
            <a:chOff x="4464" y="1200"/>
            <a:chExt cx="537" cy="240"/>
          </a:xfrm>
        </p:grpSpPr>
        <p:grpSp>
          <p:nvGrpSpPr>
            <p:cNvPr id="16" name="Group 39">
              <a:extLst>
                <a:ext uri="{FF2B5EF4-FFF2-40B4-BE49-F238E27FC236}">
                  <a16:creationId xmlns:a16="http://schemas.microsoft.com/office/drawing/2014/main" id="{BDDD0FB7-D74E-2E8B-03E1-949F2414C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1200"/>
              <a:ext cx="288" cy="240"/>
              <a:chOff x="4464" y="1200"/>
              <a:chExt cx="288" cy="240"/>
            </a:xfrm>
          </p:grpSpPr>
          <p:sp>
            <p:nvSpPr>
              <p:cNvPr id="18" name="Line 19">
                <a:extLst>
                  <a:ext uri="{FF2B5EF4-FFF2-40B4-BE49-F238E27FC236}">
                    <a16:creationId xmlns:a16="http://schemas.microsoft.com/office/drawing/2014/main" id="{072FCC3B-9C77-809C-11D0-7F258AA27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2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19" name="Line 23">
                <a:extLst>
                  <a:ext uri="{FF2B5EF4-FFF2-40B4-BE49-F238E27FC236}">
                    <a16:creationId xmlns:a16="http://schemas.microsoft.com/office/drawing/2014/main" id="{197ADFFC-C803-F280-34FE-07E92213F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1200"/>
                <a:ext cx="28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0AAB0445-55A1-D124-1B35-D5DA22F13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200"/>
              <a:ext cx="249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2">
                <a:extLst>
                  <a:ext uri="{FF2B5EF4-FFF2-40B4-BE49-F238E27FC236}">
                    <a16:creationId xmlns:a16="http://schemas.microsoft.com/office/drawing/2014/main" id="{E6FCFFCE-4C15-4F44-E6D8-DB2573DD4CCF}"/>
                  </a:ext>
                </a:extLst>
              </p:cNvPr>
              <p:cNvSpPr txBox="1"/>
              <p:nvPr/>
            </p:nvSpPr>
            <p:spPr bwMode="auto">
              <a:xfrm>
                <a:off x="9201067" y="3736974"/>
                <a:ext cx="1397000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42">
                <a:extLst>
                  <a:ext uri="{FF2B5EF4-FFF2-40B4-BE49-F238E27FC236}">
                    <a16:creationId xmlns:a16="http://schemas.microsoft.com/office/drawing/2014/main" id="{E6FCFFCE-4C15-4F44-E6D8-DB2573DD4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01067" y="3736974"/>
                <a:ext cx="1397000" cy="4429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7">
                <a:extLst>
                  <a:ext uri="{FF2B5EF4-FFF2-40B4-BE49-F238E27FC236}">
                    <a16:creationId xmlns:a16="http://schemas.microsoft.com/office/drawing/2014/main" id="{C7C2F04C-9CD4-BD1B-0A24-7012F309D4EB}"/>
                  </a:ext>
                </a:extLst>
              </p:cNvPr>
              <p:cNvSpPr txBox="1"/>
              <p:nvPr/>
            </p:nvSpPr>
            <p:spPr bwMode="auto">
              <a:xfrm>
                <a:off x="2847492" y="3356722"/>
                <a:ext cx="1340244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47">
                <a:extLst>
                  <a:ext uri="{FF2B5EF4-FFF2-40B4-BE49-F238E27FC236}">
                    <a16:creationId xmlns:a16="http://schemas.microsoft.com/office/drawing/2014/main" id="{C7C2F04C-9CD4-BD1B-0A24-7012F309D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7492" y="3356722"/>
                <a:ext cx="1340244" cy="9001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8">
                <a:extLst>
                  <a:ext uri="{FF2B5EF4-FFF2-40B4-BE49-F238E27FC236}">
                    <a16:creationId xmlns:a16="http://schemas.microsoft.com/office/drawing/2014/main" id="{62BCD1F4-345B-3EFB-ADFC-E2E19CAFCD6D}"/>
                  </a:ext>
                </a:extLst>
              </p:cNvPr>
              <p:cNvSpPr txBox="1"/>
              <p:nvPr/>
            </p:nvSpPr>
            <p:spPr bwMode="auto">
              <a:xfrm>
                <a:off x="3993905" y="3352594"/>
                <a:ext cx="1702034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48">
                <a:extLst>
                  <a:ext uri="{FF2B5EF4-FFF2-40B4-BE49-F238E27FC236}">
                    <a16:creationId xmlns:a16="http://schemas.microsoft.com/office/drawing/2014/main" id="{62BCD1F4-345B-3EFB-ADFC-E2E19CAFC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3905" y="3352594"/>
                <a:ext cx="1702034" cy="9001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9">
                <a:extLst>
                  <a:ext uri="{FF2B5EF4-FFF2-40B4-BE49-F238E27FC236}">
                    <a16:creationId xmlns:a16="http://schemas.microsoft.com/office/drawing/2014/main" id="{CB924FE8-EC9F-B4DC-2456-5DF5CCA49DD4}"/>
                  </a:ext>
                </a:extLst>
              </p:cNvPr>
              <p:cNvSpPr txBox="1"/>
              <p:nvPr/>
            </p:nvSpPr>
            <p:spPr bwMode="auto">
              <a:xfrm>
                <a:off x="5424978" y="3352594"/>
                <a:ext cx="1797050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49">
                <a:extLst>
                  <a:ext uri="{FF2B5EF4-FFF2-40B4-BE49-F238E27FC236}">
                    <a16:creationId xmlns:a16="http://schemas.microsoft.com/office/drawing/2014/main" id="{CB924FE8-EC9F-B4DC-2456-5DF5CCA49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4978" y="3352594"/>
                <a:ext cx="1797050" cy="9001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59">
            <a:extLst>
              <a:ext uri="{FF2B5EF4-FFF2-40B4-BE49-F238E27FC236}">
                <a16:creationId xmlns:a16="http://schemas.microsoft.com/office/drawing/2014/main" id="{7733D2FC-0CAF-F457-2408-FF592CD2B0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39180" y="2667461"/>
            <a:ext cx="579437" cy="48257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5" name="Line 60">
            <a:extLst>
              <a:ext uri="{FF2B5EF4-FFF2-40B4-BE49-F238E27FC236}">
                <a16:creationId xmlns:a16="http://schemas.microsoft.com/office/drawing/2014/main" id="{B9AE72B2-ACA9-5EFA-209C-8888022B0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7757" y="3456467"/>
            <a:ext cx="0" cy="3810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6" name="Line 61">
            <a:extLst>
              <a:ext uri="{FF2B5EF4-FFF2-40B4-BE49-F238E27FC236}">
                <a16:creationId xmlns:a16="http://schemas.microsoft.com/office/drawing/2014/main" id="{E19C16F4-92B8-8602-5E67-2D162E269F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18617" y="2667461"/>
            <a:ext cx="0" cy="503208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8" name="Line 64">
            <a:extLst>
              <a:ext uri="{FF2B5EF4-FFF2-40B4-BE49-F238E27FC236}">
                <a16:creationId xmlns:a16="http://schemas.microsoft.com/office/drawing/2014/main" id="{83ABD9A5-1FC3-9DEC-EFBE-BCCA83C52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18694" y="3470755"/>
            <a:ext cx="0" cy="3810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84">
                <a:extLst>
                  <a:ext uri="{FF2B5EF4-FFF2-40B4-BE49-F238E27FC236}">
                    <a16:creationId xmlns:a16="http://schemas.microsoft.com/office/drawing/2014/main" id="{156F164F-B28B-0BAB-33EB-30174E4A144F}"/>
                  </a:ext>
                </a:extLst>
              </p:cNvPr>
              <p:cNvSpPr txBox="1"/>
              <p:nvPr/>
            </p:nvSpPr>
            <p:spPr bwMode="auto">
              <a:xfrm>
                <a:off x="4286551" y="2480994"/>
                <a:ext cx="4739180" cy="5541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84">
                <a:extLst>
                  <a:ext uri="{FF2B5EF4-FFF2-40B4-BE49-F238E27FC236}">
                    <a16:creationId xmlns:a16="http://schemas.microsoft.com/office/drawing/2014/main" id="{156F164F-B28B-0BAB-33EB-30174E4A1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6551" y="2480994"/>
                <a:ext cx="4739180" cy="554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46">
            <a:extLst>
              <a:ext uri="{FF2B5EF4-FFF2-40B4-BE49-F238E27FC236}">
                <a16:creationId xmlns:a16="http://schemas.microsoft.com/office/drawing/2014/main" id="{10D14C83-790B-A8CD-16C0-A63D7457C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54" y="4586418"/>
            <a:ext cx="2325546" cy="519113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(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全导数公式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9">
                <a:extLst>
                  <a:ext uri="{FF2B5EF4-FFF2-40B4-BE49-F238E27FC236}">
                    <a16:creationId xmlns:a16="http://schemas.microsoft.com/office/drawing/2014/main" id="{A1B7178E-3670-BF4F-51FA-FC198C377C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590" y="5308747"/>
                <a:ext cx="66818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中间变量是多元函数的情形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即如下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31" name="Text Box 9">
                <a:extLst>
                  <a:ext uri="{FF2B5EF4-FFF2-40B4-BE49-F238E27FC236}">
                    <a16:creationId xmlns:a16="http://schemas.microsoft.com/office/drawing/2014/main" id="{A1B7178E-3670-BF4F-51FA-FC198C377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6590" y="5308747"/>
                <a:ext cx="6681874" cy="523220"/>
              </a:xfrm>
              <a:prstGeom prst="rect">
                <a:avLst/>
              </a:prstGeom>
              <a:blipFill>
                <a:blip r:embed="rId13"/>
                <a:stretch>
                  <a:fillRect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6">
            <a:extLst>
              <a:ext uri="{FF2B5EF4-FFF2-40B4-BE49-F238E27FC236}">
                <a16:creationId xmlns:a16="http://schemas.microsoft.com/office/drawing/2014/main" id="{D6BE29D2-84AD-2C9D-4DA5-A4B7EAC01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689" y="1091287"/>
            <a:ext cx="7154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设下面所涉及的函数与定理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1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有相类似的条件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</a:p>
        </p:txBody>
      </p:sp>
      <p:sp>
        <p:nvSpPr>
          <p:cNvPr id="55" name="Line 59">
            <a:extLst>
              <a:ext uri="{FF2B5EF4-FFF2-40B4-BE49-F238E27FC236}">
                <a16:creationId xmlns:a16="http://schemas.microsoft.com/office/drawing/2014/main" id="{30915478-849D-C937-136C-E357D5B1B942}"/>
              </a:ext>
            </a:extLst>
          </p:cNvPr>
          <p:cNvSpPr>
            <a:spLocks noChangeShapeType="1"/>
          </p:cNvSpPr>
          <p:nvPr/>
        </p:nvSpPr>
        <p:spPr bwMode="auto">
          <a:xfrm rot="-6060000" flipH="1">
            <a:off x="9886643" y="2703372"/>
            <a:ext cx="606075" cy="442551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4CA5201-F63E-19E3-B835-E65EC3D691A2}"/>
              </a:ext>
            </a:extLst>
          </p:cNvPr>
          <p:cNvGrpSpPr/>
          <p:nvPr/>
        </p:nvGrpSpPr>
        <p:grpSpPr>
          <a:xfrm>
            <a:off x="1152949" y="1135210"/>
            <a:ext cx="962025" cy="448945"/>
            <a:chOff x="1553" y="3803"/>
            <a:chExt cx="1515" cy="707"/>
          </a:xfrm>
        </p:grpSpPr>
        <p:sp>
          <p:nvSpPr>
            <p:cNvPr id="33" name="圆角矩形 57">
              <a:extLst>
                <a:ext uri="{FF2B5EF4-FFF2-40B4-BE49-F238E27FC236}">
                  <a16:creationId xmlns:a16="http://schemas.microsoft.com/office/drawing/2014/main" id="{F792A712-3D55-8988-4408-595B155AEC06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31DE5020-1339-9D9C-15E1-880451146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914"/>
              <a:ext cx="143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推广</a:t>
              </a:r>
              <a:r>
                <a:rPr kumimoji="1"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189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/>
      <p:bldP spid="11" grpId="0"/>
      <p:bldP spid="12" grpId="0"/>
      <p:bldP spid="13" grpId="0"/>
      <p:bldP spid="14" grpId="0"/>
      <p:bldP spid="20" grpId="0"/>
      <p:bldP spid="21" grpId="0"/>
      <p:bldP spid="22" grpId="0"/>
      <p:bldP spid="23" grpId="0"/>
      <p:bldP spid="29" grpId="0"/>
      <p:bldP spid="30" grpId="0" animBg="1" autoUpdateAnimBg="0"/>
      <p:bldP spid="31" grpId="0" build="p" autoUpdateAnimBg="0"/>
      <p:bldP spid="3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E93926B3-A88A-E842-328C-EF84C763582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72669FED-EBE0-CDF1-7CD7-CD22FC028AF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圆角矩形 2">
              <a:extLst>
                <a:ext uri="{FF2B5EF4-FFF2-40B4-BE49-F238E27FC236}">
                  <a16:creationId xmlns:a16="http://schemas.microsoft.com/office/drawing/2014/main" id="{A9D1FE67-6486-BBBB-3F70-2342C9E4F7BE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DC513E7B-75C2-6C6C-6F65-22B551B92534}"/>
                </a:ext>
              </a:extLst>
            </p:cNvPr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70" name="Rectangle 1">
                <a:extLst>
                  <a:ext uri="{FF2B5EF4-FFF2-40B4-BE49-F238E27FC236}">
                    <a16:creationId xmlns:a16="http://schemas.microsoft.com/office/drawing/2014/main" id="{851E4CFB-0E53-A19D-490E-9A28D18E1094}"/>
                  </a:ext>
                </a:extLst>
              </p:cNvPr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Rectangle 1">
                <a:extLst>
                  <a:ext uri="{FF2B5EF4-FFF2-40B4-BE49-F238E27FC236}">
                    <a16:creationId xmlns:a16="http://schemas.microsoft.com/office/drawing/2014/main" id="{78EA80C1-CDEE-E228-2E99-C696E5CFBC10}"/>
                  </a:ext>
                </a:extLst>
              </p:cNvPr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F6F851E2-DB8F-08EC-1C8C-4F7401DBAF61}"/>
                  </a:ext>
                </a:extLst>
              </p:cNvPr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E3331470-B852-FB50-998A-B69243B5BAFF}"/>
                  </a:ext>
                </a:extLst>
              </p:cNvPr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81096A6F-96DA-A424-B301-954A07C9E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1626CF85-CC9A-FCA3-76C2-70749BEB3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7">
            <a:extLst>
              <a:ext uri="{FF2B5EF4-FFF2-40B4-BE49-F238E27FC236}">
                <a16:creationId xmlns:a16="http://schemas.microsoft.com/office/drawing/2014/main" id="{6C35DE11-7F29-F8A4-B6B2-C5157C840A47}"/>
              </a:ext>
            </a:extLst>
          </p:cNvPr>
          <p:cNvSpPr txBox="1">
            <a:spLocks noChangeArrowheads="1"/>
          </p:cNvSpPr>
          <p:nvPr/>
        </p:nvSpPr>
        <p:spPr>
          <a:xfrm>
            <a:off x="791346" y="930035"/>
            <a:ext cx="6862763" cy="625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二、多元函数与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多元函数复合的情形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">
                <a:extLst>
                  <a:ext uri="{FF2B5EF4-FFF2-40B4-BE49-F238E27FC236}">
                    <a16:creationId xmlns:a16="http://schemas.microsoft.com/office/drawing/2014/main" id="{CED55F2D-5FA8-E896-AD35-2710411020A4}"/>
                  </a:ext>
                </a:extLst>
              </p:cNvPr>
              <p:cNvSpPr txBox="1"/>
              <p:nvPr/>
            </p:nvSpPr>
            <p:spPr bwMode="auto">
              <a:xfrm>
                <a:off x="2996961" y="2198056"/>
                <a:ext cx="843938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在对应点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具有连续偏导数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1">
                <a:extLst>
                  <a:ext uri="{FF2B5EF4-FFF2-40B4-BE49-F238E27FC236}">
                    <a16:creationId xmlns:a16="http://schemas.microsoft.com/office/drawing/2014/main" id="{CED55F2D-5FA8-E896-AD35-271041102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6961" y="2198056"/>
                <a:ext cx="8439389" cy="444500"/>
              </a:xfrm>
              <a:prstGeom prst="rect">
                <a:avLst/>
              </a:prstGeom>
              <a:blipFill>
                <a:blip r:embed="rId2"/>
                <a:stretch>
                  <a:fillRect b="-69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14A9E40A-C4EF-D21A-94F3-25334A597BB0}"/>
                  </a:ext>
                </a:extLst>
              </p:cNvPr>
              <p:cNvSpPr txBox="1"/>
              <p:nvPr/>
            </p:nvSpPr>
            <p:spPr bwMode="auto">
              <a:xfrm>
                <a:off x="2132488" y="1630553"/>
                <a:ext cx="9682251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及对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的偏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14A9E40A-C4EF-D21A-94F3-25334A59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488" y="1630553"/>
                <a:ext cx="9682251" cy="431800"/>
              </a:xfrm>
              <a:prstGeom prst="rect">
                <a:avLst/>
              </a:prstGeom>
              <a:blipFill>
                <a:blip r:embed="rId3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204EFDDD-8620-D446-BFAD-F9A69BDD4172}"/>
                  </a:ext>
                </a:extLst>
              </p:cNvPr>
              <p:cNvSpPr txBox="1"/>
              <p:nvPr/>
            </p:nvSpPr>
            <p:spPr>
              <a:xfrm>
                <a:off x="2132488" y="2196645"/>
                <a:ext cx="2017670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204EFDDD-8620-D446-BFAD-F9A69BDD4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8" y="2196645"/>
                <a:ext cx="2017670" cy="444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228231C1-6773-843D-79C7-AB397B897910}"/>
                  </a:ext>
                </a:extLst>
              </p:cNvPr>
              <p:cNvSpPr txBox="1"/>
              <p:nvPr/>
            </p:nvSpPr>
            <p:spPr>
              <a:xfrm>
                <a:off x="2132488" y="2774042"/>
                <a:ext cx="9440387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则复合函数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的两个偏导数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228231C1-6773-843D-79C7-AB397B897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8" y="2774042"/>
                <a:ext cx="9440387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90">
            <a:extLst>
              <a:ext uri="{FF2B5EF4-FFF2-40B4-BE49-F238E27FC236}">
                <a16:creationId xmlns:a16="http://schemas.microsoft.com/office/drawing/2014/main" id="{855A2211-268E-06E9-D1C8-8B02581513B8}"/>
              </a:ext>
            </a:extLst>
          </p:cNvPr>
          <p:cNvSpPr>
            <a:spLocks/>
          </p:cNvSpPr>
          <p:nvPr/>
        </p:nvSpPr>
        <p:spPr bwMode="auto">
          <a:xfrm>
            <a:off x="9968647" y="4753613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0" name="Freeform 89">
            <a:extLst>
              <a:ext uri="{FF2B5EF4-FFF2-40B4-BE49-F238E27FC236}">
                <a16:creationId xmlns:a16="http://schemas.microsoft.com/office/drawing/2014/main" id="{6273760F-01C8-FA73-9309-0150A153F697}"/>
              </a:ext>
            </a:extLst>
          </p:cNvPr>
          <p:cNvSpPr>
            <a:spLocks/>
          </p:cNvSpPr>
          <p:nvPr/>
        </p:nvSpPr>
        <p:spPr bwMode="auto">
          <a:xfrm>
            <a:off x="9054247" y="4774250"/>
            <a:ext cx="730250" cy="360362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1" name="Line 66">
            <a:extLst>
              <a:ext uri="{FF2B5EF4-FFF2-40B4-BE49-F238E27FC236}">
                <a16:creationId xmlns:a16="http://schemas.microsoft.com/office/drawing/2014/main" id="{F40C6659-FD5D-B1C1-9021-41B1F03BC93D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095332" y="4718687"/>
            <a:ext cx="255588" cy="48895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2" name="Line 70">
            <a:extLst>
              <a:ext uri="{FF2B5EF4-FFF2-40B4-BE49-F238E27FC236}">
                <a16:creationId xmlns:a16="http://schemas.microsoft.com/office/drawing/2014/main" id="{A5D1EC5D-7D1D-91D1-9C82-0C63F7BEB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4420" y="4767900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3" name="Freeform 88">
            <a:extLst>
              <a:ext uri="{FF2B5EF4-FFF2-40B4-BE49-F238E27FC236}">
                <a16:creationId xmlns:a16="http://schemas.microsoft.com/office/drawing/2014/main" id="{89C6DD7D-EE13-281E-685A-E6A161C6C225}"/>
              </a:ext>
            </a:extLst>
          </p:cNvPr>
          <p:cNvSpPr>
            <a:spLocks/>
          </p:cNvSpPr>
          <p:nvPr/>
        </p:nvSpPr>
        <p:spPr bwMode="auto">
          <a:xfrm>
            <a:off x="9479697" y="4067813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4" name="Line 74">
            <a:extLst>
              <a:ext uri="{FF2B5EF4-FFF2-40B4-BE49-F238E27FC236}">
                <a16:creationId xmlns:a16="http://schemas.microsoft.com/office/drawing/2014/main" id="{4549581F-306A-C2EC-583F-65060CD3CBC7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516505" y="3993201"/>
            <a:ext cx="269875" cy="517525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id="{592DB4FE-3B7F-3CBA-79D3-2B2CFB80CEC6}"/>
              </a:ext>
            </a:extLst>
          </p:cNvPr>
          <p:cNvSpPr>
            <a:spLocks noChangeShapeType="1"/>
          </p:cNvSpPr>
          <p:nvPr/>
        </p:nvSpPr>
        <p:spPr bwMode="auto">
          <a:xfrm rot="1076418" flipH="1">
            <a:off x="9508204" y="3999602"/>
            <a:ext cx="269875" cy="51752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6" name="Line 73">
            <a:extLst>
              <a:ext uri="{FF2B5EF4-FFF2-40B4-BE49-F238E27FC236}">
                <a16:creationId xmlns:a16="http://schemas.microsoft.com/office/drawing/2014/main" id="{DDB68F68-ECFB-50A0-643F-ADA1268F6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2579" y="4067812"/>
            <a:ext cx="381000" cy="3810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7" name="Line 71">
            <a:extLst>
              <a:ext uri="{FF2B5EF4-FFF2-40B4-BE49-F238E27FC236}">
                <a16:creationId xmlns:a16="http://schemas.microsoft.com/office/drawing/2014/main" id="{948F3CE6-AB31-DA58-7482-2AF04DB6D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6600" y="4067812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8" name="Rectangle 46">
            <a:extLst>
              <a:ext uri="{FF2B5EF4-FFF2-40B4-BE49-F238E27FC236}">
                <a16:creationId xmlns:a16="http://schemas.microsoft.com/office/drawing/2014/main" id="{65E8F531-E583-DB9C-267D-5AC143B03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0097" y="3610612"/>
            <a:ext cx="2044700" cy="205317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2">
                <a:extLst>
                  <a:ext uri="{FF2B5EF4-FFF2-40B4-BE49-F238E27FC236}">
                    <a16:creationId xmlns:a16="http://schemas.microsoft.com/office/drawing/2014/main" id="{01DAB36A-E1FA-F6D9-B321-13466F0FD635}"/>
                  </a:ext>
                </a:extLst>
              </p:cNvPr>
              <p:cNvSpPr txBox="1"/>
              <p:nvPr/>
            </p:nvSpPr>
            <p:spPr bwMode="auto">
              <a:xfrm>
                <a:off x="2132488" y="3961526"/>
                <a:ext cx="1021793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2">
                <a:extLst>
                  <a:ext uri="{FF2B5EF4-FFF2-40B4-BE49-F238E27FC236}">
                    <a16:creationId xmlns:a16="http://schemas.microsoft.com/office/drawing/2014/main" id="{01DAB36A-E1FA-F6D9-B321-13466F0FD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488" y="3961526"/>
                <a:ext cx="1021793" cy="9001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DD2CC27A-BB0F-B498-9633-ECA98E290CCB}"/>
                  </a:ext>
                </a:extLst>
              </p:cNvPr>
              <p:cNvSpPr txBox="1"/>
              <p:nvPr/>
            </p:nvSpPr>
            <p:spPr bwMode="auto">
              <a:xfrm>
                <a:off x="5574568" y="4173421"/>
                <a:ext cx="289642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DD2CC27A-BB0F-B498-9633-ECA98E290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4568" y="4173421"/>
                <a:ext cx="2896424" cy="431800"/>
              </a:xfrm>
              <a:prstGeom prst="rect">
                <a:avLst/>
              </a:prstGeom>
              <a:blipFill>
                <a:blip r:embed="rId7"/>
                <a:stretch>
                  <a:fillRect b="-1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4">
                <a:extLst>
                  <a:ext uri="{FF2B5EF4-FFF2-40B4-BE49-F238E27FC236}">
                    <a16:creationId xmlns:a16="http://schemas.microsoft.com/office/drawing/2014/main" id="{5CFA0C2B-3962-E35D-73F7-AA76158796A6}"/>
                  </a:ext>
                </a:extLst>
              </p:cNvPr>
              <p:cNvSpPr txBox="1"/>
              <p:nvPr/>
            </p:nvSpPr>
            <p:spPr bwMode="auto">
              <a:xfrm>
                <a:off x="5631718" y="5150077"/>
                <a:ext cx="2615315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4">
                <a:extLst>
                  <a:ext uri="{FF2B5EF4-FFF2-40B4-BE49-F238E27FC236}">
                    <a16:creationId xmlns:a16="http://schemas.microsoft.com/office/drawing/2014/main" id="{5CFA0C2B-3962-E35D-73F7-AA7615879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1718" y="5150077"/>
                <a:ext cx="2615315" cy="431800"/>
              </a:xfrm>
              <a:prstGeom prst="rect">
                <a:avLst/>
              </a:prstGeom>
              <a:blipFill>
                <a:blip r:embed="rId8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5">
                <a:extLst>
                  <a:ext uri="{FF2B5EF4-FFF2-40B4-BE49-F238E27FC236}">
                    <a16:creationId xmlns:a16="http://schemas.microsoft.com/office/drawing/2014/main" id="{227DDC89-1F9E-BB99-23B4-3B02752D5C56}"/>
                  </a:ext>
                </a:extLst>
              </p:cNvPr>
              <p:cNvSpPr txBox="1"/>
              <p:nvPr/>
            </p:nvSpPr>
            <p:spPr bwMode="auto">
              <a:xfrm>
                <a:off x="2132488" y="4966753"/>
                <a:ext cx="976402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5">
                <a:extLst>
                  <a:ext uri="{FF2B5EF4-FFF2-40B4-BE49-F238E27FC236}">
                    <a16:creationId xmlns:a16="http://schemas.microsoft.com/office/drawing/2014/main" id="{227DDC89-1F9E-BB99-23B4-3B02752D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488" y="4966753"/>
                <a:ext cx="976402" cy="900113"/>
              </a:xfrm>
              <a:prstGeom prst="rect">
                <a:avLst/>
              </a:prstGeom>
              <a:blipFill>
                <a:blip r:embed="rId9"/>
                <a:stretch>
                  <a:fillRect b="-40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7">
                <a:extLst>
                  <a:ext uri="{FF2B5EF4-FFF2-40B4-BE49-F238E27FC236}">
                    <a16:creationId xmlns:a16="http://schemas.microsoft.com/office/drawing/2014/main" id="{230A0143-5159-87FB-2BD5-7C40EF3ADAE8}"/>
                  </a:ext>
                </a:extLst>
              </p:cNvPr>
              <p:cNvSpPr txBox="1"/>
              <p:nvPr/>
            </p:nvSpPr>
            <p:spPr bwMode="auto">
              <a:xfrm>
                <a:off x="9689581" y="358639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7">
                <a:extLst>
                  <a:ext uri="{FF2B5EF4-FFF2-40B4-BE49-F238E27FC236}">
                    <a16:creationId xmlns:a16="http://schemas.microsoft.com/office/drawing/2014/main" id="{230A0143-5159-87FB-2BD5-7C40EF3AD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89581" y="3586393"/>
                <a:ext cx="381000" cy="381000"/>
              </a:xfrm>
              <a:prstGeom prst="rect">
                <a:avLst/>
              </a:prstGeom>
              <a:blipFill>
                <a:blip r:embed="rId10"/>
                <a:stretch>
                  <a:fillRect b="-31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5">
                <a:extLst>
                  <a:ext uri="{FF2B5EF4-FFF2-40B4-BE49-F238E27FC236}">
                    <a16:creationId xmlns:a16="http://schemas.microsoft.com/office/drawing/2014/main" id="{ABB9E5D1-88B6-860D-2971-6F408A743777}"/>
                  </a:ext>
                </a:extLst>
              </p:cNvPr>
              <p:cNvSpPr txBox="1"/>
              <p:nvPr/>
            </p:nvSpPr>
            <p:spPr bwMode="auto">
              <a:xfrm>
                <a:off x="9273322" y="4280998"/>
                <a:ext cx="1191389" cy="5172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5">
                <a:extLst>
                  <a:ext uri="{FF2B5EF4-FFF2-40B4-BE49-F238E27FC236}">
                    <a16:creationId xmlns:a16="http://schemas.microsoft.com/office/drawing/2014/main" id="{ABB9E5D1-88B6-860D-2971-6F408A743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73322" y="4280998"/>
                <a:ext cx="1191389" cy="5172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81485DCE-0D47-F4B2-44E5-9903E67D29AC}"/>
                  </a:ext>
                </a:extLst>
              </p:cNvPr>
              <p:cNvSpPr txBox="1"/>
              <p:nvPr/>
            </p:nvSpPr>
            <p:spPr bwMode="auto">
              <a:xfrm>
                <a:off x="8914547" y="4949668"/>
                <a:ext cx="2044700" cy="411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81485DCE-0D47-F4B2-44E5-9903E67D2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4547" y="4949668"/>
                <a:ext cx="2044700" cy="411163"/>
              </a:xfrm>
              <a:prstGeom prst="rect">
                <a:avLst/>
              </a:prstGeom>
              <a:blipFill>
                <a:blip r:embed="rId12"/>
                <a:stretch>
                  <a:fillRect b="-268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50">
                <a:extLst>
                  <a:ext uri="{FF2B5EF4-FFF2-40B4-BE49-F238E27FC236}">
                    <a16:creationId xmlns:a16="http://schemas.microsoft.com/office/drawing/2014/main" id="{99166A56-2343-7F00-C896-B65B7E90232C}"/>
                  </a:ext>
                </a:extLst>
              </p:cNvPr>
              <p:cNvSpPr txBox="1"/>
              <p:nvPr/>
            </p:nvSpPr>
            <p:spPr bwMode="auto">
              <a:xfrm>
                <a:off x="3010082" y="3961526"/>
                <a:ext cx="1308131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50">
                <a:extLst>
                  <a:ext uri="{FF2B5EF4-FFF2-40B4-BE49-F238E27FC236}">
                    <a16:creationId xmlns:a16="http://schemas.microsoft.com/office/drawing/2014/main" id="{99166A56-2343-7F00-C896-B65B7E902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0082" y="3961526"/>
                <a:ext cx="1308131" cy="9001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51">
                <a:extLst>
                  <a:ext uri="{FF2B5EF4-FFF2-40B4-BE49-F238E27FC236}">
                    <a16:creationId xmlns:a16="http://schemas.microsoft.com/office/drawing/2014/main" id="{7A502585-F83A-68BB-A94D-7CBBBCF16434}"/>
                  </a:ext>
                </a:extLst>
              </p:cNvPr>
              <p:cNvSpPr txBox="1"/>
              <p:nvPr/>
            </p:nvSpPr>
            <p:spPr bwMode="auto">
              <a:xfrm>
                <a:off x="4150158" y="3961526"/>
                <a:ext cx="1634636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51">
                <a:extLst>
                  <a:ext uri="{FF2B5EF4-FFF2-40B4-BE49-F238E27FC236}">
                    <a16:creationId xmlns:a16="http://schemas.microsoft.com/office/drawing/2014/main" id="{7A502585-F83A-68BB-A94D-7CBBBCF16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0158" y="3961526"/>
                <a:ext cx="1634636" cy="90011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52">
                <a:extLst>
                  <a:ext uri="{FF2B5EF4-FFF2-40B4-BE49-F238E27FC236}">
                    <a16:creationId xmlns:a16="http://schemas.microsoft.com/office/drawing/2014/main" id="{D43AEC4E-51D8-A77D-A57F-CF3482BD1B1C}"/>
                  </a:ext>
                </a:extLst>
              </p:cNvPr>
              <p:cNvSpPr txBox="1"/>
              <p:nvPr/>
            </p:nvSpPr>
            <p:spPr bwMode="auto">
              <a:xfrm>
                <a:off x="3065343" y="4963582"/>
                <a:ext cx="1281923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52">
                <a:extLst>
                  <a:ext uri="{FF2B5EF4-FFF2-40B4-BE49-F238E27FC236}">
                    <a16:creationId xmlns:a16="http://schemas.microsoft.com/office/drawing/2014/main" id="{D43AEC4E-51D8-A77D-A57F-CF3482BD1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5343" y="4963582"/>
                <a:ext cx="1281923" cy="900113"/>
              </a:xfrm>
              <a:prstGeom prst="rect">
                <a:avLst/>
              </a:prstGeom>
              <a:blipFill>
                <a:blip r:embed="rId15"/>
                <a:stretch>
                  <a:fillRect b="-40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53">
                <a:extLst>
                  <a:ext uri="{FF2B5EF4-FFF2-40B4-BE49-F238E27FC236}">
                    <a16:creationId xmlns:a16="http://schemas.microsoft.com/office/drawing/2014/main" id="{9DB4E377-F505-CD52-A629-B68EB7E945D0}"/>
                  </a:ext>
                </a:extLst>
              </p:cNvPr>
              <p:cNvSpPr txBox="1"/>
              <p:nvPr/>
            </p:nvSpPr>
            <p:spPr bwMode="auto">
              <a:xfrm>
                <a:off x="4168657" y="4961994"/>
                <a:ext cx="1634636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53">
                <a:extLst>
                  <a:ext uri="{FF2B5EF4-FFF2-40B4-BE49-F238E27FC236}">
                    <a16:creationId xmlns:a16="http://schemas.microsoft.com/office/drawing/2014/main" id="{9DB4E377-F505-CD52-A629-B68EB7E9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8657" y="4961994"/>
                <a:ext cx="1634636" cy="900112"/>
              </a:xfrm>
              <a:prstGeom prst="rect">
                <a:avLst/>
              </a:prstGeom>
              <a:blipFill>
                <a:blip r:embed="rId16"/>
                <a:stretch>
                  <a:fillRect b="-33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68">
            <a:extLst>
              <a:ext uri="{FF2B5EF4-FFF2-40B4-BE49-F238E27FC236}">
                <a16:creationId xmlns:a16="http://schemas.microsoft.com/office/drawing/2014/main" id="{C9881DFD-BCDB-403C-2FC3-0B8526ED366F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982746" y="4718687"/>
            <a:ext cx="255587" cy="48895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1" name="Line 72">
            <a:extLst>
              <a:ext uri="{FF2B5EF4-FFF2-40B4-BE49-F238E27FC236}">
                <a16:creationId xmlns:a16="http://schemas.microsoft.com/office/drawing/2014/main" id="{0231DF51-B86D-33A1-1B75-CC1DD5F6A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51045" y="4767900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">
                <a:extLst>
                  <a:ext uri="{FF2B5EF4-FFF2-40B4-BE49-F238E27FC236}">
                    <a16:creationId xmlns:a16="http://schemas.microsoft.com/office/drawing/2014/main" id="{6A2582AF-AF35-79DA-E6DF-761F35EB36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8599" y="3333191"/>
                <a:ext cx="408248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都存在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且有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链式法则</a:t>
                </a:r>
              </a:p>
            </p:txBody>
          </p:sp>
        </mc:Choice>
        <mc:Fallback xmlns="">
          <p:sp>
            <p:nvSpPr>
              <p:cNvPr id="62" name="Text Box 4">
                <a:extLst>
                  <a:ext uri="{FF2B5EF4-FFF2-40B4-BE49-F238E27FC236}">
                    <a16:creationId xmlns:a16="http://schemas.microsoft.com/office/drawing/2014/main" id="{6A2582AF-AF35-79DA-E6DF-761F35EB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8599" y="3333191"/>
                <a:ext cx="4082486" cy="523220"/>
              </a:xfrm>
              <a:prstGeom prst="rect">
                <a:avLst/>
              </a:prstGeom>
              <a:blipFill>
                <a:blip r:embed="rId17"/>
                <a:stretch>
                  <a:fillRect l="-3134" t="-16279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E65AB513-076C-68D3-2B38-889378A48EF8}"/>
              </a:ext>
            </a:extLst>
          </p:cNvPr>
          <p:cNvGrpSpPr/>
          <p:nvPr/>
        </p:nvGrpSpPr>
        <p:grpSpPr>
          <a:xfrm>
            <a:off x="880215" y="1682362"/>
            <a:ext cx="1238885" cy="449580"/>
            <a:chOff x="1553" y="3802"/>
            <a:chExt cx="1951" cy="708"/>
          </a:xfrm>
        </p:grpSpPr>
        <p:sp>
          <p:nvSpPr>
            <p:cNvPr id="64" name="圆角矩形 3">
              <a:extLst>
                <a:ext uri="{FF2B5EF4-FFF2-40B4-BE49-F238E27FC236}">
                  <a16:creationId xmlns:a16="http://schemas.microsoft.com/office/drawing/2014/main" id="{DE7D7F29-621E-FA70-C78A-62775995E6AF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DFB4D200-54F0-596E-3929-BCC6F4E5B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7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图文框 81">
            <a:extLst>
              <a:ext uri="{FF2B5EF4-FFF2-40B4-BE49-F238E27FC236}">
                <a16:creationId xmlns:a16="http://schemas.microsoft.com/office/drawing/2014/main" id="{41B4BDA1-7156-AB81-F00A-1B242B426A24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1DDA96B-B36D-CC55-D2AF-4FC7B58B6718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A93A5862-1A3C-1903-BD97-90C581645E9B}"/>
                  </a:ext>
                </a:extLst>
              </p:cNvPr>
              <p:cNvSpPr txBox="1"/>
              <p:nvPr/>
            </p:nvSpPr>
            <p:spPr bwMode="auto">
              <a:xfrm>
                <a:off x="1854587" y="1906553"/>
                <a:ext cx="2649021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A93A5862-1A3C-1903-BD97-90C581645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4587" y="1906553"/>
                <a:ext cx="2649021" cy="393700"/>
              </a:xfrm>
              <a:prstGeom prst="rect">
                <a:avLst/>
              </a:prstGeom>
              <a:blipFill>
                <a:blip r:embed="rId2"/>
                <a:stretch>
                  <a:fillRect b="-218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BA4687A-758C-C287-34CE-D1AF2CCCAD31}"/>
                  </a:ext>
                </a:extLst>
              </p:cNvPr>
              <p:cNvSpPr txBox="1"/>
              <p:nvPr/>
            </p:nvSpPr>
            <p:spPr bwMode="auto">
              <a:xfrm>
                <a:off x="1854587" y="2459692"/>
                <a:ext cx="6482324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BA4687A-758C-C287-34CE-D1AF2CCCA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4587" y="2459692"/>
                <a:ext cx="6482324" cy="393700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361B6CF5-A39D-E064-52C3-3A0B966C76C1}"/>
                  </a:ext>
                </a:extLst>
              </p:cNvPr>
              <p:cNvSpPr txBox="1"/>
              <p:nvPr/>
            </p:nvSpPr>
            <p:spPr>
              <a:xfrm>
                <a:off x="1829860" y="3049123"/>
                <a:ext cx="7334140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则复合函数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361B6CF5-A39D-E064-52C3-3A0B966C7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860" y="3049123"/>
                <a:ext cx="733414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2">
                <a:extLst>
                  <a:ext uri="{FF2B5EF4-FFF2-40B4-BE49-F238E27FC236}">
                    <a16:creationId xmlns:a16="http://schemas.microsoft.com/office/drawing/2014/main" id="{C538B5FE-15EA-DD48-54FE-BA15C45288ED}"/>
                  </a:ext>
                </a:extLst>
              </p:cNvPr>
              <p:cNvSpPr txBox="1"/>
              <p:nvPr/>
            </p:nvSpPr>
            <p:spPr bwMode="auto">
              <a:xfrm>
                <a:off x="1850204" y="4194815"/>
                <a:ext cx="961548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2">
                <a:extLst>
                  <a:ext uri="{FF2B5EF4-FFF2-40B4-BE49-F238E27FC236}">
                    <a16:creationId xmlns:a16="http://schemas.microsoft.com/office/drawing/2014/main" id="{C538B5FE-15EA-DD48-54FE-BA15C452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0204" y="4194815"/>
                <a:ext cx="961548" cy="889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3">
                <a:extLst>
                  <a:ext uri="{FF2B5EF4-FFF2-40B4-BE49-F238E27FC236}">
                    <a16:creationId xmlns:a16="http://schemas.microsoft.com/office/drawing/2014/main" id="{4699B9AA-1772-7C91-621B-354FA2097470}"/>
                  </a:ext>
                </a:extLst>
              </p:cNvPr>
              <p:cNvSpPr txBox="1"/>
              <p:nvPr/>
            </p:nvSpPr>
            <p:spPr bwMode="auto">
              <a:xfrm>
                <a:off x="6898683" y="4416743"/>
                <a:ext cx="382027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3">
                <a:extLst>
                  <a:ext uri="{FF2B5EF4-FFF2-40B4-BE49-F238E27FC236}">
                    <a16:creationId xmlns:a16="http://schemas.microsoft.com/office/drawing/2014/main" id="{4699B9AA-1772-7C91-621B-354FA2097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8683" y="4416743"/>
                <a:ext cx="3820276" cy="431800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4">
                <a:extLst>
                  <a:ext uri="{FF2B5EF4-FFF2-40B4-BE49-F238E27FC236}">
                    <a16:creationId xmlns:a16="http://schemas.microsoft.com/office/drawing/2014/main" id="{B4BD8CCB-8A13-11A5-9914-4D69989316F7}"/>
                  </a:ext>
                </a:extLst>
              </p:cNvPr>
              <p:cNvSpPr txBox="1"/>
              <p:nvPr/>
            </p:nvSpPr>
            <p:spPr bwMode="auto">
              <a:xfrm>
                <a:off x="6898683" y="5450523"/>
                <a:ext cx="387858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4">
                <a:extLst>
                  <a:ext uri="{FF2B5EF4-FFF2-40B4-BE49-F238E27FC236}">
                    <a16:creationId xmlns:a16="http://schemas.microsoft.com/office/drawing/2014/main" id="{B4BD8CCB-8A13-11A5-9914-4D6998931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8683" y="5450523"/>
                <a:ext cx="3878586" cy="431800"/>
              </a:xfrm>
              <a:prstGeom prst="rect">
                <a:avLst/>
              </a:prstGeom>
              <a:blipFill>
                <a:blip r:embed="rId7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5">
                <a:extLst>
                  <a:ext uri="{FF2B5EF4-FFF2-40B4-BE49-F238E27FC236}">
                    <a16:creationId xmlns:a16="http://schemas.microsoft.com/office/drawing/2014/main" id="{EE2CF1D4-5409-2888-EDD6-40193821D614}"/>
                  </a:ext>
                </a:extLst>
              </p:cNvPr>
              <p:cNvSpPr txBox="1"/>
              <p:nvPr/>
            </p:nvSpPr>
            <p:spPr bwMode="auto">
              <a:xfrm>
                <a:off x="1829860" y="5225103"/>
                <a:ext cx="961548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5">
                <a:extLst>
                  <a:ext uri="{FF2B5EF4-FFF2-40B4-BE49-F238E27FC236}">
                    <a16:creationId xmlns:a16="http://schemas.microsoft.com/office/drawing/2014/main" id="{EE2CF1D4-5409-2888-EDD6-40193821D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860" y="5225103"/>
                <a:ext cx="961548" cy="889000"/>
              </a:xfrm>
              <a:prstGeom prst="rect">
                <a:avLst/>
              </a:prstGeom>
              <a:blipFill>
                <a:blip r:embed="rId8"/>
                <a:stretch>
                  <a:fillRect b="-47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0">
                <a:extLst>
                  <a:ext uri="{FF2B5EF4-FFF2-40B4-BE49-F238E27FC236}">
                    <a16:creationId xmlns:a16="http://schemas.microsoft.com/office/drawing/2014/main" id="{7A5DDFB2-75E1-9BF7-BA69-0925278AA1A3}"/>
                  </a:ext>
                </a:extLst>
              </p:cNvPr>
              <p:cNvSpPr txBox="1"/>
              <p:nvPr/>
            </p:nvSpPr>
            <p:spPr bwMode="auto">
              <a:xfrm>
                <a:off x="2640012" y="4185290"/>
                <a:ext cx="1392368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50">
                <a:extLst>
                  <a:ext uri="{FF2B5EF4-FFF2-40B4-BE49-F238E27FC236}">
                    <a16:creationId xmlns:a16="http://schemas.microsoft.com/office/drawing/2014/main" id="{7A5DDFB2-75E1-9BF7-BA69-0925278AA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0012" y="4185290"/>
                <a:ext cx="1392368" cy="889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1">
                <a:extLst>
                  <a:ext uri="{FF2B5EF4-FFF2-40B4-BE49-F238E27FC236}">
                    <a16:creationId xmlns:a16="http://schemas.microsoft.com/office/drawing/2014/main" id="{4CD2C1B6-4A79-D2B6-52C3-980176116CCB}"/>
                  </a:ext>
                </a:extLst>
              </p:cNvPr>
              <p:cNvSpPr txBox="1"/>
              <p:nvPr/>
            </p:nvSpPr>
            <p:spPr bwMode="auto">
              <a:xfrm>
                <a:off x="3778146" y="4187200"/>
                <a:ext cx="1662162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51">
                <a:extLst>
                  <a:ext uri="{FF2B5EF4-FFF2-40B4-BE49-F238E27FC236}">
                    <a16:creationId xmlns:a16="http://schemas.microsoft.com/office/drawing/2014/main" id="{4CD2C1B6-4A79-D2B6-52C3-980176116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8146" y="4187200"/>
                <a:ext cx="1662162" cy="889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2">
                <a:extLst>
                  <a:ext uri="{FF2B5EF4-FFF2-40B4-BE49-F238E27FC236}">
                    <a16:creationId xmlns:a16="http://schemas.microsoft.com/office/drawing/2014/main" id="{D26D75B8-373C-427D-B5E6-A375428434BD}"/>
                  </a:ext>
                </a:extLst>
              </p:cNvPr>
              <p:cNvSpPr txBox="1"/>
              <p:nvPr/>
            </p:nvSpPr>
            <p:spPr bwMode="auto">
              <a:xfrm>
                <a:off x="2627312" y="5225103"/>
                <a:ext cx="1374234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52">
                <a:extLst>
                  <a:ext uri="{FF2B5EF4-FFF2-40B4-BE49-F238E27FC236}">
                    <a16:creationId xmlns:a16="http://schemas.microsoft.com/office/drawing/2014/main" id="{D26D75B8-373C-427D-B5E6-A37542843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2" y="5225103"/>
                <a:ext cx="1374234" cy="889000"/>
              </a:xfrm>
              <a:prstGeom prst="rect">
                <a:avLst/>
              </a:prstGeom>
              <a:blipFill>
                <a:blip r:embed="rId11"/>
                <a:stretch>
                  <a:fillRect b="-47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3">
                <a:extLst>
                  <a:ext uri="{FF2B5EF4-FFF2-40B4-BE49-F238E27FC236}">
                    <a16:creationId xmlns:a16="http://schemas.microsoft.com/office/drawing/2014/main" id="{7963F9C6-524C-2D3E-B197-74A6F9D4DF2E}"/>
                  </a:ext>
                </a:extLst>
              </p:cNvPr>
              <p:cNvSpPr txBox="1"/>
              <p:nvPr/>
            </p:nvSpPr>
            <p:spPr bwMode="auto">
              <a:xfrm>
                <a:off x="3794167" y="5230818"/>
                <a:ext cx="1646141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53">
                <a:extLst>
                  <a:ext uri="{FF2B5EF4-FFF2-40B4-BE49-F238E27FC236}">
                    <a16:creationId xmlns:a16="http://schemas.microsoft.com/office/drawing/2014/main" id="{7963F9C6-524C-2D3E-B197-74A6F9D4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4167" y="5230818"/>
                <a:ext cx="1646141" cy="889000"/>
              </a:xfrm>
              <a:prstGeom prst="rect">
                <a:avLst/>
              </a:prstGeom>
              <a:blipFill>
                <a:blip r:embed="rId12"/>
                <a:stretch>
                  <a:fillRect b="-47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1">
                <a:extLst>
                  <a:ext uri="{FF2B5EF4-FFF2-40B4-BE49-F238E27FC236}">
                    <a16:creationId xmlns:a16="http://schemas.microsoft.com/office/drawing/2014/main" id="{07FE66ED-7F08-118F-2416-F7618410381D}"/>
                  </a:ext>
                </a:extLst>
              </p:cNvPr>
              <p:cNvSpPr txBox="1"/>
              <p:nvPr/>
            </p:nvSpPr>
            <p:spPr bwMode="auto">
              <a:xfrm>
                <a:off x="5218002" y="4186878"/>
                <a:ext cx="1908396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51">
                <a:extLst>
                  <a:ext uri="{FF2B5EF4-FFF2-40B4-BE49-F238E27FC236}">
                    <a16:creationId xmlns:a16="http://schemas.microsoft.com/office/drawing/2014/main" id="{07FE66ED-7F08-118F-2416-F76184103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8002" y="4186878"/>
                <a:ext cx="1908396" cy="8874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1">
                <a:extLst>
                  <a:ext uri="{FF2B5EF4-FFF2-40B4-BE49-F238E27FC236}">
                    <a16:creationId xmlns:a16="http://schemas.microsoft.com/office/drawing/2014/main" id="{46157205-16E3-CF31-1883-781DC68FEE50}"/>
                  </a:ext>
                </a:extLst>
              </p:cNvPr>
              <p:cNvSpPr txBox="1"/>
              <p:nvPr/>
            </p:nvSpPr>
            <p:spPr bwMode="auto">
              <a:xfrm>
                <a:off x="5252542" y="5228908"/>
                <a:ext cx="1908396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51">
                <a:extLst>
                  <a:ext uri="{FF2B5EF4-FFF2-40B4-BE49-F238E27FC236}">
                    <a16:creationId xmlns:a16="http://schemas.microsoft.com/office/drawing/2014/main" id="{46157205-16E3-CF31-1883-781DC68FE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2542" y="5228908"/>
                <a:ext cx="1908396" cy="887412"/>
              </a:xfrm>
              <a:prstGeom prst="rect">
                <a:avLst/>
              </a:prstGeom>
              <a:blipFill>
                <a:blip r:embed="rId14"/>
                <a:stretch>
                  <a:fillRect b="-55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>
            <a:extLst>
              <a:ext uri="{FF2B5EF4-FFF2-40B4-BE49-F238E27FC236}">
                <a16:creationId xmlns:a16="http://schemas.microsoft.com/office/drawing/2014/main" id="{8F53CABF-73A2-7C1D-F61A-627FB33BC6AB}"/>
              </a:ext>
            </a:extLst>
          </p:cNvPr>
          <p:cNvSpPr txBox="1">
            <a:spLocks noChangeArrowheads="1"/>
          </p:cNvSpPr>
          <p:nvPr/>
        </p:nvSpPr>
        <p:spPr>
          <a:xfrm>
            <a:off x="844228" y="655451"/>
            <a:ext cx="2303119" cy="6449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类似地推广</a:t>
            </a:r>
            <a:r>
              <a:rPr lang="en-US" altLang="zh-CN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6">
                <a:extLst>
                  <a:ext uri="{FF2B5EF4-FFF2-40B4-BE49-F238E27FC236}">
                    <a16:creationId xmlns:a16="http://schemas.microsoft.com/office/drawing/2014/main" id="{8BF4011F-3101-1400-A80E-730ECB70C6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9860" y="1400692"/>
                <a:ext cx="76053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设下面所涉及的函数与定理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2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有相类似的条件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16" name="Text Box 6">
                <a:extLst>
                  <a:ext uri="{FF2B5EF4-FFF2-40B4-BE49-F238E27FC236}">
                    <a16:creationId xmlns:a16="http://schemas.microsoft.com/office/drawing/2014/main" id="{8BF4011F-3101-1400-A80E-730ECB70C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860" y="1400692"/>
                <a:ext cx="7605342" cy="523220"/>
              </a:xfrm>
              <a:prstGeom prst="rect">
                <a:avLst/>
              </a:prstGeom>
              <a:blipFill>
                <a:blip r:embed="rId15"/>
                <a:stretch>
                  <a:fillRect l="-1603"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66">
            <a:extLst>
              <a:ext uri="{FF2B5EF4-FFF2-40B4-BE49-F238E27FC236}">
                <a16:creationId xmlns:a16="http://schemas.microsoft.com/office/drawing/2014/main" id="{7313F134-388D-6AA7-FE58-5C1CC2AE6BDB}"/>
              </a:ext>
            </a:extLst>
          </p:cNvPr>
          <p:cNvGrpSpPr>
            <a:grpSpLocks/>
          </p:cNvGrpSpPr>
          <p:nvPr/>
        </p:nvGrpSpPr>
        <p:grpSpPr bwMode="auto">
          <a:xfrm>
            <a:off x="9035413" y="2121375"/>
            <a:ext cx="2312988" cy="1547813"/>
            <a:chOff x="3615" y="2328"/>
            <a:chExt cx="1457" cy="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46">
                  <a:extLst>
                    <a:ext uri="{FF2B5EF4-FFF2-40B4-BE49-F238E27FC236}">
                      <a16:creationId xmlns:a16="http://schemas.microsoft.com/office/drawing/2014/main" id="{1CB3C0C7-2F33-80C4-424D-0EFA30477071}"/>
                    </a:ext>
                  </a:extLst>
                </p:cNvPr>
                <p:cNvSpPr txBox="1"/>
                <p:nvPr/>
              </p:nvSpPr>
              <p:spPr bwMode="auto">
                <a:xfrm>
                  <a:off x="3615" y="2655"/>
                  <a:ext cx="225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𝑧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Object 46">
                  <a:extLst>
                    <a:ext uri="{FF2B5EF4-FFF2-40B4-BE49-F238E27FC236}">
                      <a16:creationId xmlns:a16="http://schemas.microsoft.com/office/drawing/2014/main" id="{1CB3C0C7-2F33-80C4-424D-0EFA30477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5" y="2655"/>
                  <a:ext cx="225" cy="26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47">
                  <a:extLst>
                    <a:ext uri="{FF2B5EF4-FFF2-40B4-BE49-F238E27FC236}">
                      <a16:creationId xmlns:a16="http://schemas.microsoft.com/office/drawing/2014/main" id="{383672C6-67C2-8499-FBC4-4C2162E10324}"/>
                    </a:ext>
                  </a:extLst>
                </p:cNvPr>
                <p:cNvSpPr txBox="1"/>
                <p:nvPr/>
              </p:nvSpPr>
              <p:spPr bwMode="auto">
                <a:xfrm>
                  <a:off x="4207" y="3054"/>
                  <a:ext cx="293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𝑤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Object 47">
                  <a:extLst>
                    <a:ext uri="{FF2B5EF4-FFF2-40B4-BE49-F238E27FC236}">
                      <a16:creationId xmlns:a16="http://schemas.microsoft.com/office/drawing/2014/main" id="{383672C6-67C2-8499-FBC4-4C2162E10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7" y="3054"/>
                  <a:ext cx="293" cy="249"/>
                </a:xfrm>
                <a:prstGeom prst="rect">
                  <a:avLst/>
                </a:prstGeom>
                <a:blipFill>
                  <a:blip r:embed="rId17"/>
                  <a:stretch>
                    <a:fillRect b="-15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48">
                  <a:extLst>
                    <a:ext uri="{FF2B5EF4-FFF2-40B4-BE49-F238E27FC236}">
                      <a16:creationId xmlns:a16="http://schemas.microsoft.com/office/drawing/2014/main" id="{572186A8-C98E-41F5-266B-9EF45BDEBF45}"/>
                    </a:ext>
                  </a:extLst>
                </p:cNvPr>
                <p:cNvSpPr txBox="1"/>
                <p:nvPr/>
              </p:nvSpPr>
              <p:spPr bwMode="auto">
                <a:xfrm>
                  <a:off x="4217" y="2677"/>
                  <a:ext cx="207" cy="2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Object 48">
                  <a:extLst>
                    <a:ext uri="{FF2B5EF4-FFF2-40B4-BE49-F238E27FC236}">
                      <a16:creationId xmlns:a16="http://schemas.microsoft.com/office/drawing/2014/main" id="{572186A8-C98E-41F5-266B-9EF45BDEB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7" y="2677"/>
                  <a:ext cx="207" cy="27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49">
                  <a:extLst>
                    <a:ext uri="{FF2B5EF4-FFF2-40B4-BE49-F238E27FC236}">
                      <a16:creationId xmlns:a16="http://schemas.microsoft.com/office/drawing/2014/main" id="{C8812B91-9C1A-5F99-1F85-AF37B08C54B6}"/>
                    </a:ext>
                  </a:extLst>
                </p:cNvPr>
                <p:cNvSpPr txBox="1"/>
                <p:nvPr/>
              </p:nvSpPr>
              <p:spPr bwMode="auto">
                <a:xfrm>
                  <a:off x="4219" y="2328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Object 49">
                  <a:extLst>
                    <a:ext uri="{FF2B5EF4-FFF2-40B4-BE49-F238E27FC236}">
                      <a16:creationId xmlns:a16="http://schemas.microsoft.com/office/drawing/2014/main" id="{C8812B91-9C1A-5F99-1F85-AF37B08C5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9" y="2328"/>
                  <a:ext cx="207" cy="29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50">
                  <a:extLst>
                    <a:ext uri="{FF2B5EF4-FFF2-40B4-BE49-F238E27FC236}">
                      <a16:creationId xmlns:a16="http://schemas.microsoft.com/office/drawing/2014/main" id="{7FC30743-8612-CC8E-A32C-30FD46635190}"/>
                    </a:ext>
                  </a:extLst>
                </p:cNvPr>
                <p:cNvSpPr txBox="1"/>
                <p:nvPr/>
              </p:nvSpPr>
              <p:spPr bwMode="auto">
                <a:xfrm>
                  <a:off x="4834" y="2874"/>
                  <a:ext cx="221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Object 50">
                  <a:extLst>
                    <a:ext uri="{FF2B5EF4-FFF2-40B4-BE49-F238E27FC236}">
                      <a16:creationId xmlns:a16="http://schemas.microsoft.com/office/drawing/2014/main" id="{7FC30743-8612-CC8E-A32C-30FD46635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34" y="2874"/>
                  <a:ext cx="221" cy="30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51">
                  <a:extLst>
                    <a:ext uri="{FF2B5EF4-FFF2-40B4-BE49-F238E27FC236}">
                      <a16:creationId xmlns:a16="http://schemas.microsoft.com/office/drawing/2014/main" id="{37B29D43-69F1-D2C4-07A7-759F81910FA5}"/>
                    </a:ext>
                  </a:extLst>
                </p:cNvPr>
                <p:cNvSpPr txBox="1"/>
                <p:nvPr/>
              </p:nvSpPr>
              <p:spPr bwMode="auto">
                <a:xfrm>
                  <a:off x="4853" y="2460"/>
                  <a:ext cx="219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Object 51">
                  <a:extLst>
                    <a:ext uri="{FF2B5EF4-FFF2-40B4-BE49-F238E27FC236}">
                      <a16:creationId xmlns:a16="http://schemas.microsoft.com/office/drawing/2014/main" id="{37B29D43-69F1-D2C4-07A7-759F81910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3" y="2460"/>
                  <a:ext cx="219" cy="2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52">
            <a:extLst>
              <a:ext uri="{FF2B5EF4-FFF2-40B4-BE49-F238E27FC236}">
                <a16:creationId xmlns:a16="http://schemas.microsoft.com/office/drawing/2014/main" id="{93C288BC-1CFE-3E04-0E24-3C493847EAAF}"/>
              </a:ext>
            </a:extLst>
          </p:cNvPr>
          <p:cNvGrpSpPr>
            <a:grpSpLocks/>
          </p:cNvGrpSpPr>
          <p:nvPr/>
        </p:nvGrpSpPr>
        <p:grpSpPr bwMode="auto">
          <a:xfrm>
            <a:off x="9400538" y="2346800"/>
            <a:ext cx="1573212" cy="1189038"/>
            <a:chOff x="1755" y="1276"/>
            <a:chExt cx="2423" cy="1829"/>
          </a:xfrm>
        </p:grpSpPr>
        <p:sp>
          <p:nvSpPr>
            <p:cNvPr id="27" name="Line 53">
              <a:extLst>
                <a:ext uri="{FF2B5EF4-FFF2-40B4-BE49-F238E27FC236}">
                  <a16:creationId xmlns:a16="http://schemas.microsoft.com/office/drawing/2014/main" id="{2E0CD52C-378D-7C73-25CE-C6807AB6D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5" y="1390"/>
              <a:ext cx="969" cy="572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54">
              <a:extLst>
                <a:ext uri="{FF2B5EF4-FFF2-40B4-BE49-F238E27FC236}">
                  <a16:creationId xmlns:a16="http://schemas.microsoft.com/office/drawing/2014/main" id="{DF5A4573-DDA2-3851-2552-D2E4FD70F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9" y="1276"/>
              <a:ext cx="908" cy="40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55">
              <a:extLst>
                <a:ext uri="{FF2B5EF4-FFF2-40B4-BE49-F238E27FC236}">
                  <a16:creationId xmlns:a16="http://schemas.microsoft.com/office/drawing/2014/main" id="{6DA51108-598B-292E-F2CD-3F151E6F6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6" y="2133"/>
              <a:ext cx="788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56">
              <a:extLst>
                <a:ext uri="{FF2B5EF4-FFF2-40B4-BE49-F238E27FC236}">
                  <a16:creationId xmlns:a16="http://schemas.microsoft.com/office/drawing/2014/main" id="{78CC89C4-F2E3-808F-C401-1F12B77DB5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8" y="1790"/>
              <a:ext cx="908" cy="40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57">
              <a:extLst>
                <a:ext uri="{FF2B5EF4-FFF2-40B4-BE49-F238E27FC236}">
                  <a16:creationId xmlns:a16="http://schemas.microsoft.com/office/drawing/2014/main" id="{1DCA4AE0-8644-2669-CCFD-E5CBC5BCD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5" y="2247"/>
              <a:ext cx="909" cy="801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58">
              <a:extLst>
                <a:ext uri="{FF2B5EF4-FFF2-40B4-BE49-F238E27FC236}">
                  <a16:creationId xmlns:a16="http://schemas.microsoft.com/office/drawing/2014/main" id="{0BAC564B-7CDB-CBBC-A909-E82B518B2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9" y="1790"/>
              <a:ext cx="909" cy="1315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59">
            <a:extLst>
              <a:ext uri="{FF2B5EF4-FFF2-40B4-BE49-F238E27FC236}">
                <a16:creationId xmlns:a16="http://schemas.microsoft.com/office/drawing/2014/main" id="{E1B6F8DE-CE9E-7406-AA51-C7FD2410FDD7}"/>
              </a:ext>
            </a:extLst>
          </p:cNvPr>
          <p:cNvGrpSpPr>
            <a:grpSpLocks/>
          </p:cNvGrpSpPr>
          <p:nvPr/>
        </p:nvGrpSpPr>
        <p:grpSpPr bwMode="auto">
          <a:xfrm>
            <a:off x="9413238" y="2453163"/>
            <a:ext cx="1560512" cy="1122362"/>
            <a:chOff x="1776" y="1440"/>
            <a:chExt cx="2402" cy="1728"/>
          </a:xfrm>
        </p:grpSpPr>
        <p:sp>
          <p:nvSpPr>
            <p:cNvPr id="34" name="Line 60">
              <a:extLst>
                <a:ext uri="{FF2B5EF4-FFF2-40B4-BE49-F238E27FC236}">
                  <a16:creationId xmlns:a16="http://schemas.microsoft.com/office/drawing/2014/main" id="{17E0596D-EC3F-1E3D-11AA-305FEB144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962" cy="1265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61">
              <a:extLst>
                <a:ext uri="{FF2B5EF4-FFF2-40B4-BE49-F238E27FC236}">
                  <a16:creationId xmlns:a16="http://schemas.microsoft.com/office/drawing/2014/main" id="{D0863464-3142-5476-E42D-D5C30F7AB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8" y="2190"/>
              <a:ext cx="969" cy="515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62">
              <a:extLst>
                <a:ext uri="{FF2B5EF4-FFF2-40B4-BE49-F238E27FC236}">
                  <a16:creationId xmlns:a16="http://schemas.microsoft.com/office/drawing/2014/main" id="{C314BB27-5C01-A8DD-3AA2-DA02BB8F8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9" y="2762"/>
              <a:ext cx="848" cy="343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63">
              <a:extLst>
                <a:ext uri="{FF2B5EF4-FFF2-40B4-BE49-F238E27FC236}">
                  <a16:creationId xmlns:a16="http://schemas.microsoft.com/office/drawing/2014/main" id="{5AF41F3C-083B-6477-AD5E-86A6E5388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1536"/>
              <a:ext cx="816" cy="480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64">
              <a:extLst>
                <a:ext uri="{FF2B5EF4-FFF2-40B4-BE49-F238E27FC236}">
                  <a16:creationId xmlns:a16="http://schemas.microsoft.com/office/drawing/2014/main" id="{FA3BAC53-EE00-F96B-F4D1-1266E5E26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208"/>
              <a:ext cx="672" cy="0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65">
              <a:extLst>
                <a:ext uri="{FF2B5EF4-FFF2-40B4-BE49-F238E27FC236}">
                  <a16:creationId xmlns:a16="http://schemas.microsoft.com/office/drawing/2014/main" id="{92CF9290-CB54-E812-0995-6260D925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400"/>
              <a:ext cx="864" cy="768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8" name="Text Box 4">
            <a:extLst>
              <a:ext uri="{FF2B5EF4-FFF2-40B4-BE49-F238E27FC236}">
                <a16:creationId xmlns:a16="http://schemas.microsoft.com/office/drawing/2014/main" id="{1B38FCE9-17B6-51F5-0415-B21837EB3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204" y="3652545"/>
            <a:ext cx="34975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求偏导数的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链式法则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219E03A3-FFB9-2BB9-4953-C12990B0C752}"/>
              </a:ext>
            </a:extLst>
          </p:cNvPr>
          <p:cNvGrpSpPr/>
          <p:nvPr/>
        </p:nvGrpSpPr>
        <p:grpSpPr>
          <a:xfrm>
            <a:off x="938487" y="1451258"/>
            <a:ext cx="962025" cy="448945"/>
            <a:chOff x="1553" y="3803"/>
            <a:chExt cx="1515" cy="707"/>
          </a:xfrm>
        </p:grpSpPr>
        <p:sp>
          <p:nvSpPr>
            <p:cNvPr id="80" name="圆角矩形 57">
              <a:extLst>
                <a:ext uri="{FF2B5EF4-FFF2-40B4-BE49-F238E27FC236}">
                  <a16:creationId xmlns:a16="http://schemas.microsoft.com/office/drawing/2014/main" id="{4F8F1AD7-FFD3-1C69-42FF-80B71F3EB112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Text Box 28">
              <a:extLst>
                <a:ext uri="{FF2B5EF4-FFF2-40B4-BE49-F238E27FC236}">
                  <a16:creationId xmlns:a16="http://schemas.microsoft.com/office/drawing/2014/main" id="{2DB277C5-C159-EB42-50F3-E7E94D1C5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911"/>
              <a:ext cx="143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  <a:tabLst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例如</a:t>
              </a:r>
              <a:r>
                <a:rPr kumimoji="1" lang="en-US" altLang="zh-CN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,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163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C1D1B9DE-F332-021B-ACD7-EA42ECD0194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0" name="Rectangle 1">
              <a:extLst>
                <a:ext uri="{FF2B5EF4-FFF2-40B4-BE49-F238E27FC236}">
                  <a16:creationId xmlns:a16="http://schemas.microsoft.com/office/drawing/2014/main" id="{D81C3842-12AA-4C9A-690F-5FDB771FFE6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圆角矩形 2">
              <a:extLst>
                <a:ext uri="{FF2B5EF4-FFF2-40B4-BE49-F238E27FC236}">
                  <a16:creationId xmlns:a16="http://schemas.microsoft.com/office/drawing/2014/main" id="{B3D9E09E-9146-89D2-DD80-A2913CF34F02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64AE746B-A59B-294F-687B-87DEB3F40874}"/>
                </a:ext>
              </a:extLst>
            </p:cNvPr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83" name="Rectangle 1">
                <a:extLst>
                  <a:ext uri="{FF2B5EF4-FFF2-40B4-BE49-F238E27FC236}">
                    <a16:creationId xmlns:a16="http://schemas.microsoft.com/office/drawing/2014/main" id="{5BCF3FBD-B2C6-2CC1-B0F0-5AF72B87A6E0}"/>
                  </a:ext>
                </a:extLst>
              </p:cNvPr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Rectangle 1">
                <a:extLst>
                  <a:ext uri="{FF2B5EF4-FFF2-40B4-BE49-F238E27FC236}">
                    <a16:creationId xmlns:a16="http://schemas.microsoft.com/office/drawing/2014/main" id="{4F890309-2144-2FEF-167C-628DCCE71793}"/>
                  </a:ext>
                </a:extLst>
              </p:cNvPr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AF3E935E-9ACF-7159-6F16-7537B3AD9A1A}"/>
                  </a:ext>
                </a:extLst>
              </p:cNvPr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A1C96CB2-E01E-DBF4-B89E-E1FFC260E810}"/>
                  </a:ext>
                </a:extLst>
              </p:cNvPr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A5B3482A-8B40-C7B4-BF80-B98618177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67104581-6476-CF06-BC6F-CBCD26F91F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41D0BC3-4281-AF70-9938-1BDBFC6749BE}"/>
              </a:ext>
            </a:extLst>
          </p:cNvPr>
          <p:cNvCxnSpPr/>
          <p:nvPr/>
        </p:nvCxnSpPr>
        <p:spPr>
          <a:xfrm>
            <a:off x="10656001" y="4668615"/>
            <a:ext cx="0" cy="3667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7">
            <a:extLst>
              <a:ext uri="{FF2B5EF4-FFF2-40B4-BE49-F238E27FC236}">
                <a16:creationId xmlns:a16="http://schemas.microsoft.com/office/drawing/2014/main" id="{1E7BCF01-F46D-2527-8E89-33DA5EDB7398}"/>
              </a:ext>
            </a:extLst>
          </p:cNvPr>
          <p:cNvSpPr txBox="1">
            <a:spLocks noChangeArrowheads="1"/>
          </p:cNvSpPr>
          <p:nvPr/>
        </p:nvSpPr>
        <p:spPr>
          <a:xfrm>
            <a:off x="961413" y="800689"/>
            <a:ext cx="2752725" cy="6915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三、其他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1">
                <a:extLst>
                  <a:ext uri="{FF2B5EF4-FFF2-40B4-BE49-F238E27FC236}">
                    <a16:creationId xmlns:a16="http://schemas.microsoft.com/office/drawing/2014/main" id="{F96DFB4D-4CCB-0206-9B29-A51F51B21148}"/>
                  </a:ext>
                </a:extLst>
              </p:cNvPr>
              <p:cNvSpPr txBox="1"/>
              <p:nvPr/>
            </p:nvSpPr>
            <p:spPr bwMode="auto">
              <a:xfrm>
                <a:off x="5450798" y="2080781"/>
                <a:ext cx="5850911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在对应点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11">
                <a:extLst>
                  <a:ext uri="{FF2B5EF4-FFF2-40B4-BE49-F238E27FC236}">
                    <a16:creationId xmlns:a16="http://schemas.microsoft.com/office/drawing/2014/main" id="{F96DFB4D-4CCB-0206-9B29-A51F51B21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0798" y="2080781"/>
                <a:ext cx="5850911" cy="431800"/>
              </a:xfrm>
              <a:prstGeom prst="rect">
                <a:avLst/>
              </a:prstGeom>
              <a:blipFill>
                <a:blip r:embed="rId2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FFF4342-FEF4-D962-F7E5-E6ACB468F34F}"/>
                  </a:ext>
                </a:extLst>
              </p:cNvPr>
              <p:cNvSpPr txBox="1"/>
              <p:nvPr/>
            </p:nvSpPr>
            <p:spPr bwMode="auto">
              <a:xfrm>
                <a:off x="2288609" y="1492503"/>
                <a:ext cx="907107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具有对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及对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FFF4342-FEF4-D962-F7E5-E6ACB468F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609" y="1492503"/>
                <a:ext cx="9071072" cy="444500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EA625D70-902C-8823-564F-88AD451080B6}"/>
                  </a:ext>
                </a:extLst>
              </p:cNvPr>
              <p:cNvSpPr txBox="1"/>
              <p:nvPr/>
            </p:nvSpPr>
            <p:spPr>
              <a:xfrm>
                <a:off x="4218717" y="2653334"/>
                <a:ext cx="7621587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则复合函数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EA625D70-902C-8823-564F-88AD45108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17" y="2653334"/>
                <a:ext cx="7621587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65F8583F-F0D3-58DB-630A-C24CE1B28498}"/>
                  </a:ext>
                </a:extLst>
              </p:cNvPr>
              <p:cNvSpPr txBox="1"/>
              <p:nvPr/>
            </p:nvSpPr>
            <p:spPr bwMode="auto">
              <a:xfrm>
                <a:off x="2290423" y="3875440"/>
                <a:ext cx="1015706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65F8583F-F0D3-58DB-630A-C24CE1B28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0423" y="3875440"/>
                <a:ext cx="1015706" cy="900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28707E37-599A-42B8-2BE5-C19321C02924}"/>
                  </a:ext>
                </a:extLst>
              </p:cNvPr>
              <p:cNvSpPr txBox="1"/>
              <p:nvPr/>
            </p:nvSpPr>
            <p:spPr bwMode="auto">
              <a:xfrm>
                <a:off x="4335571" y="4106599"/>
                <a:ext cx="149614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28707E37-599A-42B8-2BE5-C19321C02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5571" y="4106599"/>
                <a:ext cx="1496144" cy="431800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4">
                <a:extLst>
                  <a:ext uri="{FF2B5EF4-FFF2-40B4-BE49-F238E27FC236}">
                    <a16:creationId xmlns:a16="http://schemas.microsoft.com/office/drawing/2014/main" id="{C00A1CB9-25F2-DF6F-FD1E-7C9D61A6DF5D}"/>
                  </a:ext>
                </a:extLst>
              </p:cNvPr>
              <p:cNvSpPr txBox="1"/>
              <p:nvPr/>
            </p:nvSpPr>
            <p:spPr bwMode="auto">
              <a:xfrm>
                <a:off x="5804891" y="5218624"/>
                <a:ext cx="2783139" cy="6084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4">
                <a:extLst>
                  <a:ext uri="{FF2B5EF4-FFF2-40B4-BE49-F238E27FC236}">
                    <a16:creationId xmlns:a16="http://schemas.microsoft.com/office/drawing/2014/main" id="{C00A1CB9-25F2-DF6F-FD1E-7C9D61A6D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4891" y="5218624"/>
                <a:ext cx="2783139" cy="6084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37E8147C-5594-6BCC-4776-90248C30D8D3}"/>
                  </a:ext>
                </a:extLst>
              </p:cNvPr>
              <p:cNvSpPr txBox="1"/>
              <p:nvPr/>
            </p:nvSpPr>
            <p:spPr bwMode="auto">
              <a:xfrm>
                <a:off x="2285342" y="4989865"/>
                <a:ext cx="1015706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37E8147C-5594-6BCC-4776-90248C30D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5342" y="4989865"/>
                <a:ext cx="1015706" cy="900113"/>
              </a:xfrm>
              <a:prstGeom prst="rect">
                <a:avLst/>
              </a:prstGeom>
              <a:blipFill>
                <a:blip r:embed="rId8"/>
                <a:stretch>
                  <a:fillRect b="-40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0">
                <a:extLst>
                  <a:ext uri="{FF2B5EF4-FFF2-40B4-BE49-F238E27FC236}">
                    <a16:creationId xmlns:a16="http://schemas.microsoft.com/office/drawing/2014/main" id="{C1D8A73D-E418-90BA-162A-6796C01C8F6A}"/>
                  </a:ext>
                </a:extLst>
              </p:cNvPr>
              <p:cNvSpPr txBox="1"/>
              <p:nvPr/>
            </p:nvSpPr>
            <p:spPr bwMode="auto">
              <a:xfrm>
                <a:off x="3162514" y="3881790"/>
                <a:ext cx="1304924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50">
                <a:extLst>
                  <a:ext uri="{FF2B5EF4-FFF2-40B4-BE49-F238E27FC236}">
                    <a16:creationId xmlns:a16="http://schemas.microsoft.com/office/drawing/2014/main" id="{C1D8A73D-E418-90BA-162A-6796C01C8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2514" y="3881790"/>
                <a:ext cx="1304924" cy="9001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52">
                <a:extLst>
                  <a:ext uri="{FF2B5EF4-FFF2-40B4-BE49-F238E27FC236}">
                    <a16:creationId xmlns:a16="http://schemas.microsoft.com/office/drawing/2014/main" id="{F8C2AFEC-E204-51A4-0CEB-5D8D6CAB3AE7}"/>
                  </a:ext>
                </a:extLst>
              </p:cNvPr>
              <p:cNvSpPr txBox="1"/>
              <p:nvPr/>
            </p:nvSpPr>
            <p:spPr bwMode="auto">
              <a:xfrm>
                <a:off x="3167936" y="4989426"/>
                <a:ext cx="1330325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52">
                <a:extLst>
                  <a:ext uri="{FF2B5EF4-FFF2-40B4-BE49-F238E27FC236}">
                    <a16:creationId xmlns:a16="http://schemas.microsoft.com/office/drawing/2014/main" id="{F8C2AFEC-E204-51A4-0CEB-5D8D6CAB3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7936" y="4989426"/>
                <a:ext cx="1330325" cy="900113"/>
              </a:xfrm>
              <a:prstGeom prst="rect">
                <a:avLst/>
              </a:prstGeom>
              <a:blipFill>
                <a:blip r:embed="rId10"/>
                <a:stretch>
                  <a:fillRect b="-40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53">
                <a:extLst>
                  <a:ext uri="{FF2B5EF4-FFF2-40B4-BE49-F238E27FC236}">
                    <a16:creationId xmlns:a16="http://schemas.microsoft.com/office/drawing/2014/main" id="{9AD46D3C-C950-B257-3D08-E031390F121B}"/>
                  </a:ext>
                </a:extLst>
              </p:cNvPr>
              <p:cNvSpPr txBox="1"/>
              <p:nvPr/>
            </p:nvSpPr>
            <p:spPr bwMode="auto">
              <a:xfrm>
                <a:off x="4323523" y="4991877"/>
                <a:ext cx="1654187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53">
                <a:extLst>
                  <a:ext uri="{FF2B5EF4-FFF2-40B4-BE49-F238E27FC236}">
                    <a16:creationId xmlns:a16="http://schemas.microsoft.com/office/drawing/2014/main" id="{9AD46D3C-C950-B257-3D08-E031390F1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3523" y="4991877"/>
                <a:ext cx="1654187" cy="887412"/>
              </a:xfrm>
              <a:prstGeom prst="rect">
                <a:avLst/>
              </a:prstGeom>
              <a:blipFill>
                <a:blip r:embed="rId11"/>
                <a:stretch>
                  <a:fillRect b="-55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ine 68">
            <a:extLst>
              <a:ext uri="{FF2B5EF4-FFF2-40B4-BE49-F238E27FC236}">
                <a16:creationId xmlns:a16="http://schemas.microsoft.com/office/drawing/2014/main" id="{C87D1A9F-788C-7F17-7873-EA8CDB1B5C66}"/>
              </a:ext>
            </a:extLst>
          </p:cNvPr>
          <p:cNvSpPr>
            <a:spLocks noChangeShapeType="1"/>
          </p:cNvSpPr>
          <p:nvPr/>
        </p:nvSpPr>
        <p:spPr bwMode="auto">
          <a:xfrm rot="1080000">
            <a:off x="10586142" y="4681678"/>
            <a:ext cx="129733" cy="376923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25">
                <a:extLst>
                  <a:ext uri="{FF2B5EF4-FFF2-40B4-BE49-F238E27FC236}">
                    <a16:creationId xmlns:a16="http://schemas.microsoft.com/office/drawing/2014/main" id="{5F6B2715-8076-1741-B69C-0B0BE25C7B17}"/>
                  </a:ext>
                </a:extLst>
              </p:cNvPr>
              <p:cNvSpPr txBox="1"/>
              <p:nvPr/>
            </p:nvSpPr>
            <p:spPr>
              <a:xfrm>
                <a:off x="2288609" y="2082711"/>
                <a:ext cx="4025901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可导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对象 25">
                <a:extLst>
                  <a:ext uri="{FF2B5EF4-FFF2-40B4-BE49-F238E27FC236}">
                    <a16:creationId xmlns:a16="http://schemas.microsoft.com/office/drawing/2014/main" id="{5F6B2715-8076-1741-B69C-0B0BE25C7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9" y="2082711"/>
                <a:ext cx="4025901" cy="431800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26">
                <a:extLst>
                  <a:ext uri="{FF2B5EF4-FFF2-40B4-BE49-F238E27FC236}">
                    <a16:creationId xmlns:a16="http://schemas.microsoft.com/office/drawing/2014/main" id="{518B98A2-C7CD-A427-5657-1261B44818F7}"/>
                  </a:ext>
                </a:extLst>
              </p:cNvPr>
              <p:cNvSpPr txBox="1"/>
              <p:nvPr/>
            </p:nvSpPr>
            <p:spPr>
              <a:xfrm>
                <a:off x="2288609" y="2660219"/>
                <a:ext cx="2104413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连续偏导数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对象 26">
                <a:extLst>
                  <a:ext uri="{FF2B5EF4-FFF2-40B4-BE49-F238E27FC236}">
                    <a16:creationId xmlns:a16="http://schemas.microsoft.com/office/drawing/2014/main" id="{518B98A2-C7CD-A427-5657-1261B4481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9" y="2660219"/>
                <a:ext cx="2104413" cy="406400"/>
              </a:xfrm>
              <a:prstGeom prst="rect">
                <a:avLst/>
              </a:prstGeom>
              <a:blipFill>
                <a:blip r:embed="rId13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>
            <a:extLst>
              <a:ext uri="{FF2B5EF4-FFF2-40B4-BE49-F238E27FC236}">
                <a16:creationId xmlns:a16="http://schemas.microsoft.com/office/drawing/2014/main" id="{D6785390-1BBB-B4C0-1308-BC4754EAEC7E}"/>
              </a:ext>
            </a:extLst>
          </p:cNvPr>
          <p:cNvGrpSpPr/>
          <p:nvPr/>
        </p:nvGrpSpPr>
        <p:grpSpPr>
          <a:xfrm>
            <a:off x="1062332" y="1531873"/>
            <a:ext cx="1238885" cy="449580"/>
            <a:chOff x="1553" y="3802"/>
            <a:chExt cx="1951" cy="708"/>
          </a:xfrm>
        </p:grpSpPr>
        <p:sp>
          <p:nvSpPr>
            <p:cNvPr id="61" name="圆角矩形 3">
              <a:extLst>
                <a:ext uri="{FF2B5EF4-FFF2-40B4-BE49-F238E27FC236}">
                  <a16:creationId xmlns:a16="http://schemas.microsoft.com/office/drawing/2014/main" id="{397CDC8F-E0DF-3846-AB64-02B7CC7567BF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Text Box 28">
              <a:extLst>
                <a:ext uri="{FF2B5EF4-FFF2-40B4-BE49-F238E27FC236}">
                  <a16:creationId xmlns:a16="http://schemas.microsoft.com/office/drawing/2014/main" id="{E962DFFD-1248-E1D5-E450-5CA929C29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 </a:t>
              </a:r>
            </a:p>
          </p:txBody>
        </p:sp>
      </p:grpSp>
      <p:sp>
        <p:nvSpPr>
          <p:cNvPr id="64" name="Freeform 89">
            <a:extLst>
              <a:ext uri="{FF2B5EF4-FFF2-40B4-BE49-F238E27FC236}">
                <a16:creationId xmlns:a16="http://schemas.microsoft.com/office/drawing/2014/main" id="{99DF55F3-1CCB-0164-E7C3-45EDEA741B0D}"/>
              </a:ext>
            </a:extLst>
          </p:cNvPr>
          <p:cNvSpPr>
            <a:spLocks/>
          </p:cNvSpPr>
          <p:nvPr/>
        </p:nvSpPr>
        <p:spPr bwMode="auto">
          <a:xfrm>
            <a:off x="9461249" y="4675452"/>
            <a:ext cx="730250" cy="360362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5" name="Line 66">
            <a:extLst>
              <a:ext uri="{FF2B5EF4-FFF2-40B4-BE49-F238E27FC236}">
                <a16:creationId xmlns:a16="http://schemas.microsoft.com/office/drawing/2014/main" id="{EB82F9F2-10A4-6D6A-6630-B7C32F7E83A5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506289" y="4619889"/>
            <a:ext cx="255588" cy="48895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6" name="Line 70">
            <a:extLst>
              <a:ext uri="{FF2B5EF4-FFF2-40B4-BE49-F238E27FC236}">
                <a16:creationId xmlns:a16="http://schemas.microsoft.com/office/drawing/2014/main" id="{FC7DB2FB-A3E3-84A7-CD41-BD25A4CE9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5377" y="4669102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7" name="Freeform 88">
            <a:extLst>
              <a:ext uri="{FF2B5EF4-FFF2-40B4-BE49-F238E27FC236}">
                <a16:creationId xmlns:a16="http://schemas.microsoft.com/office/drawing/2014/main" id="{B3525B0C-842A-D743-C82E-F07938254798}"/>
              </a:ext>
            </a:extLst>
          </p:cNvPr>
          <p:cNvSpPr>
            <a:spLocks/>
          </p:cNvSpPr>
          <p:nvPr/>
        </p:nvSpPr>
        <p:spPr bwMode="auto">
          <a:xfrm>
            <a:off x="9886699" y="3969015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8" name="Line 74">
            <a:extLst>
              <a:ext uri="{FF2B5EF4-FFF2-40B4-BE49-F238E27FC236}">
                <a16:creationId xmlns:a16="http://schemas.microsoft.com/office/drawing/2014/main" id="{A83B34E4-0FD0-F044-1B6A-BA25B58868DE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935384" y="3894403"/>
            <a:ext cx="269875" cy="517525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9" name="Line 69">
            <a:extLst>
              <a:ext uri="{FF2B5EF4-FFF2-40B4-BE49-F238E27FC236}">
                <a16:creationId xmlns:a16="http://schemas.microsoft.com/office/drawing/2014/main" id="{492012C3-2489-2FD1-6A48-0430FEC6D819}"/>
              </a:ext>
            </a:extLst>
          </p:cNvPr>
          <p:cNvSpPr>
            <a:spLocks noChangeShapeType="1"/>
          </p:cNvSpPr>
          <p:nvPr/>
        </p:nvSpPr>
        <p:spPr bwMode="auto">
          <a:xfrm rot="1076418" flipH="1">
            <a:off x="9919161" y="3900804"/>
            <a:ext cx="269875" cy="51752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71" name="Line 71">
            <a:extLst>
              <a:ext uri="{FF2B5EF4-FFF2-40B4-BE49-F238E27FC236}">
                <a16:creationId xmlns:a16="http://schemas.microsoft.com/office/drawing/2014/main" id="{BF19983D-5DAF-E903-1122-9E53524E6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67557" y="3969014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72" name="Rectangle 46">
            <a:extLst>
              <a:ext uri="{FF2B5EF4-FFF2-40B4-BE49-F238E27FC236}">
                <a16:creationId xmlns:a16="http://schemas.microsoft.com/office/drawing/2014/main" id="{4D97BE33-12DC-0969-A31A-DDF2C132C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5056" y="3511814"/>
            <a:ext cx="1790481" cy="205317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17">
                <a:extLst>
                  <a:ext uri="{FF2B5EF4-FFF2-40B4-BE49-F238E27FC236}">
                    <a16:creationId xmlns:a16="http://schemas.microsoft.com/office/drawing/2014/main" id="{71F8975B-DD9B-7BF7-9484-E7C12ECC2F63}"/>
                  </a:ext>
                </a:extLst>
              </p:cNvPr>
              <p:cNvSpPr txBox="1"/>
              <p:nvPr/>
            </p:nvSpPr>
            <p:spPr bwMode="auto">
              <a:xfrm>
                <a:off x="10096583" y="348759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" name="Object 17">
                <a:extLst>
                  <a:ext uri="{FF2B5EF4-FFF2-40B4-BE49-F238E27FC236}">
                    <a16:creationId xmlns:a16="http://schemas.microsoft.com/office/drawing/2014/main" id="{71F8975B-DD9B-7BF7-9484-E7C12ECC2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96583" y="3487595"/>
                <a:ext cx="381000" cy="381000"/>
              </a:xfrm>
              <a:prstGeom prst="rect">
                <a:avLst/>
              </a:prstGeom>
              <a:blipFill>
                <a:blip r:embed="rId14"/>
                <a:stretch>
                  <a:fillRect b="-31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25">
                <a:extLst>
                  <a:ext uri="{FF2B5EF4-FFF2-40B4-BE49-F238E27FC236}">
                    <a16:creationId xmlns:a16="http://schemas.microsoft.com/office/drawing/2014/main" id="{F5196A2A-0EB0-C45C-B493-788901D2D944}"/>
                  </a:ext>
                </a:extLst>
              </p:cNvPr>
              <p:cNvSpPr txBox="1"/>
              <p:nvPr/>
            </p:nvSpPr>
            <p:spPr bwMode="auto">
              <a:xfrm>
                <a:off x="9680324" y="4182200"/>
                <a:ext cx="1050925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4" name="Object 25">
                <a:extLst>
                  <a:ext uri="{FF2B5EF4-FFF2-40B4-BE49-F238E27FC236}">
                    <a16:creationId xmlns:a16="http://schemas.microsoft.com/office/drawing/2014/main" id="{F5196A2A-0EB0-C45C-B493-788901D2D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80324" y="4182200"/>
                <a:ext cx="1050925" cy="409575"/>
              </a:xfrm>
              <a:prstGeom prst="rect">
                <a:avLst/>
              </a:prstGeom>
              <a:blipFill>
                <a:blip r:embed="rId15"/>
                <a:stretch>
                  <a:fillRect r="-3488" b="-104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6">
                <a:extLst>
                  <a:ext uri="{FF2B5EF4-FFF2-40B4-BE49-F238E27FC236}">
                    <a16:creationId xmlns:a16="http://schemas.microsoft.com/office/drawing/2014/main" id="{CFC2BFCC-3CAE-87FF-2280-4F94550A90B2}"/>
                  </a:ext>
                </a:extLst>
              </p:cNvPr>
              <p:cNvSpPr txBox="1"/>
              <p:nvPr/>
            </p:nvSpPr>
            <p:spPr bwMode="auto">
              <a:xfrm>
                <a:off x="9321549" y="4850870"/>
                <a:ext cx="1649960" cy="588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5" name="Object 26">
                <a:extLst>
                  <a:ext uri="{FF2B5EF4-FFF2-40B4-BE49-F238E27FC236}">
                    <a16:creationId xmlns:a16="http://schemas.microsoft.com/office/drawing/2014/main" id="{CFC2BFCC-3CAE-87FF-2280-4F94550A9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21549" y="4850870"/>
                <a:ext cx="1649960" cy="588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4">
                <a:extLst>
                  <a:ext uri="{FF2B5EF4-FFF2-40B4-BE49-F238E27FC236}">
                    <a16:creationId xmlns:a16="http://schemas.microsoft.com/office/drawing/2014/main" id="{59155223-7055-B17D-77B2-A524934017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8609" y="3212327"/>
                <a:ext cx="543895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两个偏导数都存在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且有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链式法则</a:t>
                </a:r>
              </a:p>
            </p:txBody>
          </p:sp>
        </mc:Choice>
        <mc:Fallback xmlns="">
          <p:sp>
            <p:nvSpPr>
              <p:cNvPr id="78" name="Text Box 4">
                <a:extLst>
                  <a:ext uri="{FF2B5EF4-FFF2-40B4-BE49-F238E27FC236}">
                    <a16:creationId xmlns:a16="http://schemas.microsoft.com/office/drawing/2014/main" id="{59155223-7055-B17D-77B2-A5249340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609" y="3212327"/>
                <a:ext cx="5438955" cy="523220"/>
              </a:xfrm>
              <a:prstGeom prst="rect">
                <a:avLst/>
              </a:prstGeom>
              <a:blipFill>
                <a:blip r:embed="rId17"/>
                <a:stretch>
                  <a:fillRect l="-2240" t="-16279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23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6" grpId="0"/>
      <p:bldP spid="17" grpId="0"/>
      <p:bldP spid="18" grpId="0"/>
      <p:bldP spid="19" grpId="0"/>
      <p:bldP spid="22" grpId="0"/>
      <p:bldP spid="23" grpId="0"/>
      <p:bldP spid="24" grpId="0"/>
      <p:bldP spid="25" grpId="0" animBg="1"/>
      <p:bldP spid="26" grpId="0"/>
      <p:bldP spid="27" grpId="0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3" grpId="0"/>
      <p:bldP spid="74" grpId="0"/>
      <p:bldP spid="75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图文框 94">
            <a:extLst>
              <a:ext uri="{FF2B5EF4-FFF2-40B4-BE49-F238E27FC236}">
                <a16:creationId xmlns:a16="http://schemas.microsoft.com/office/drawing/2014/main" id="{A86EB955-8DD7-0C2E-C86A-B360DA9E59AF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29063BC-A5F2-D47F-6099-F86CC5B8B49C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0E96EDCD-1E90-A543-70D6-5C3FB9318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875" y="80036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特殊地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ED07E088-8BDB-F128-137E-7CDFACAA94F3}"/>
                  </a:ext>
                </a:extLst>
              </p:cNvPr>
              <p:cNvSpPr txBox="1"/>
              <p:nvPr/>
            </p:nvSpPr>
            <p:spPr bwMode="auto">
              <a:xfrm>
                <a:off x="2893350" y="762587"/>
                <a:ext cx="2295525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ED07E088-8BDB-F128-137E-7CDFACAA9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3350" y="762587"/>
                <a:ext cx="2295525" cy="404812"/>
              </a:xfrm>
              <a:prstGeom prst="rect">
                <a:avLst/>
              </a:prstGeom>
              <a:blipFill>
                <a:blip r:embed="rId2"/>
                <a:stretch>
                  <a:fillRect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ED3B670D-D9A4-3B9B-322D-FE61B3EF64DE}"/>
                  </a:ext>
                </a:extLst>
              </p:cNvPr>
              <p:cNvSpPr txBox="1"/>
              <p:nvPr/>
            </p:nvSpPr>
            <p:spPr bwMode="auto">
              <a:xfrm>
                <a:off x="5736555" y="767838"/>
                <a:ext cx="202565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ED3B670D-D9A4-3B9B-322D-FE61B3EF6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555" y="767838"/>
                <a:ext cx="2025650" cy="393700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9">
            <a:extLst>
              <a:ext uri="{FF2B5EF4-FFF2-40B4-BE49-F238E27FC236}">
                <a16:creationId xmlns:a16="http://schemas.microsoft.com/office/drawing/2014/main" id="{FCDF778C-2BEA-2838-1CC2-664469198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875" y="1422666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C1978F19-AC8B-C564-3368-A7896E661E2A}"/>
                  </a:ext>
                </a:extLst>
              </p:cNvPr>
              <p:cNvSpPr txBox="1"/>
              <p:nvPr/>
            </p:nvSpPr>
            <p:spPr bwMode="auto">
              <a:xfrm>
                <a:off x="2220184" y="1398696"/>
                <a:ext cx="3316047" cy="392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C1978F19-AC8B-C564-3368-A7896E661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0184" y="1398696"/>
                <a:ext cx="3316047" cy="392113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D2F0525F-A56C-D3E9-E8FC-6360FBF43EF1}"/>
                  </a:ext>
                </a:extLst>
              </p:cNvPr>
              <p:cNvSpPr txBox="1"/>
              <p:nvPr/>
            </p:nvSpPr>
            <p:spPr bwMode="auto">
              <a:xfrm>
                <a:off x="1964869" y="3186038"/>
                <a:ext cx="3366674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D2F0525F-A56C-D3E9-E8FC-6360FBF43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869" y="3186038"/>
                <a:ext cx="3366674" cy="838200"/>
              </a:xfrm>
              <a:prstGeom prst="rect">
                <a:avLst/>
              </a:prstGeom>
              <a:blipFill>
                <a:blip r:embed="rId5"/>
                <a:stretch>
                  <a:fillRect b="-29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F40B7F98-1C10-8F93-B188-B44714D8A879}"/>
                  </a:ext>
                </a:extLst>
              </p:cNvPr>
              <p:cNvSpPr txBox="1"/>
              <p:nvPr/>
            </p:nvSpPr>
            <p:spPr bwMode="auto">
              <a:xfrm>
                <a:off x="5444815" y="3180004"/>
                <a:ext cx="3173083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F40B7F98-1C10-8F93-B188-B44714D8A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4815" y="3180004"/>
                <a:ext cx="3173083" cy="914400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3">
            <a:extLst>
              <a:ext uri="{FF2B5EF4-FFF2-40B4-BE49-F238E27FC236}">
                <a16:creationId xmlns:a16="http://schemas.microsoft.com/office/drawing/2014/main" id="{F26D726D-5CD4-469B-488B-B29EBDE3A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875" y="141631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F3085FC9-CE07-3CAA-47E6-427E1B02107E}"/>
                  </a:ext>
                </a:extLst>
              </p:cNvPr>
              <p:cNvSpPr txBox="1"/>
              <p:nvPr/>
            </p:nvSpPr>
            <p:spPr bwMode="auto">
              <a:xfrm>
                <a:off x="5643526" y="1399771"/>
                <a:ext cx="1140493" cy="457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F3085FC9-CE07-3CAA-47E6-427E1B021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3526" y="1399771"/>
                <a:ext cx="1140493" cy="457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160DBE35-B16F-1DA9-81CA-93572D6F3B09}"/>
                  </a:ext>
                </a:extLst>
              </p:cNvPr>
              <p:cNvSpPr txBox="1"/>
              <p:nvPr/>
            </p:nvSpPr>
            <p:spPr bwMode="auto">
              <a:xfrm>
                <a:off x="6633932" y="1395599"/>
                <a:ext cx="122061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160DBE35-B16F-1DA9-81CA-93572D6F3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3932" y="1395599"/>
                <a:ext cx="1220611" cy="5191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6">
            <a:extLst>
              <a:ext uri="{FF2B5EF4-FFF2-40B4-BE49-F238E27FC236}">
                <a16:creationId xmlns:a16="http://schemas.microsoft.com/office/drawing/2014/main" id="{CAEAD7B8-FA20-9F6A-6D6D-4E5042C0D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615" y="80036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5D2F922B-EB75-B2B0-6744-8DF0A823A169}"/>
                  </a:ext>
                </a:extLst>
              </p:cNvPr>
              <p:cNvSpPr txBox="1"/>
              <p:nvPr/>
            </p:nvSpPr>
            <p:spPr bwMode="auto">
              <a:xfrm>
                <a:off x="2224556" y="1982130"/>
                <a:ext cx="1523999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5D2F922B-EB75-B2B0-6744-8DF0A823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4556" y="1982130"/>
                <a:ext cx="1523999" cy="889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E07CA69A-93A6-020D-8B79-055BCC9C0757}"/>
                  </a:ext>
                </a:extLst>
              </p:cNvPr>
              <p:cNvSpPr txBox="1"/>
              <p:nvPr/>
            </p:nvSpPr>
            <p:spPr bwMode="auto">
              <a:xfrm>
                <a:off x="3458892" y="1982130"/>
                <a:ext cx="1648045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E07CA69A-93A6-020D-8B79-055BCC9C0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8892" y="1982130"/>
                <a:ext cx="1648045" cy="889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9">
                <a:extLst>
                  <a:ext uri="{FF2B5EF4-FFF2-40B4-BE49-F238E27FC236}">
                    <a16:creationId xmlns:a16="http://schemas.microsoft.com/office/drawing/2014/main" id="{3AF93697-8DFA-4BA9-A349-B8CED28D5273}"/>
                  </a:ext>
                </a:extLst>
              </p:cNvPr>
              <p:cNvSpPr txBox="1"/>
              <p:nvPr/>
            </p:nvSpPr>
            <p:spPr bwMode="auto">
              <a:xfrm>
                <a:off x="4804274" y="1980860"/>
                <a:ext cx="154172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9">
                <a:extLst>
                  <a:ext uri="{FF2B5EF4-FFF2-40B4-BE49-F238E27FC236}">
                    <a16:creationId xmlns:a16="http://schemas.microsoft.com/office/drawing/2014/main" id="{3AF93697-8DFA-4BA9-A349-B8CED28D5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4274" y="1980860"/>
                <a:ext cx="1541720" cy="965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94C8C842-1DFE-9F9A-2B42-240D4DC770B0}"/>
                  </a:ext>
                </a:extLst>
              </p:cNvPr>
              <p:cNvSpPr txBox="1"/>
              <p:nvPr/>
            </p:nvSpPr>
            <p:spPr bwMode="auto">
              <a:xfrm>
                <a:off x="6034331" y="1982130"/>
                <a:ext cx="154172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94C8C842-1DFE-9F9A-2B42-240D4DC7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4331" y="1982130"/>
                <a:ext cx="1541720" cy="914400"/>
              </a:xfrm>
              <a:prstGeom prst="rect">
                <a:avLst/>
              </a:prstGeom>
              <a:blipFill>
                <a:blip r:embed="rId12"/>
                <a:stretch>
                  <a:fillRect b="-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25">
            <a:extLst>
              <a:ext uri="{FF2B5EF4-FFF2-40B4-BE49-F238E27FC236}">
                <a16:creationId xmlns:a16="http://schemas.microsoft.com/office/drawing/2014/main" id="{75F262BE-31E5-0F46-6E58-8E9BC5AE7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275" y="3098724"/>
            <a:ext cx="609600" cy="114300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A7FB5235-5020-D077-5999-9225E371D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799" y="3098724"/>
            <a:ext cx="565150" cy="1143000"/>
          </a:xfrm>
          <a:prstGeom prst="rect">
            <a:avLst/>
          </a:prstGeom>
          <a:noFill/>
          <a:ln w="38100">
            <a:solidFill>
              <a:srgbClr val="4A7BA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1606B4FF-91BC-CF42-DE4C-587221A9A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1875" y="4241724"/>
            <a:ext cx="0" cy="60960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2" name="AutoShape 33">
            <a:extLst>
              <a:ext uri="{FF2B5EF4-FFF2-40B4-BE49-F238E27FC236}">
                <a16:creationId xmlns:a16="http://schemas.microsoft.com/office/drawing/2014/main" id="{9ECC929D-B5F7-2FC7-4CBB-14530599A99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402394" y="3585293"/>
            <a:ext cx="138112" cy="1479550"/>
          </a:xfrm>
          <a:prstGeom prst="bentConnector2">
            <a:avLst/>
          </a:prstGeom>
          <a:noFill/>
          <a:ln w="38100">
            <a:solidFill>
              <a:srgbClr val="4A7BA8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Box 34">
            <a:extLst>
              <a:ext uri="{FF2B5EF4-FFF2-40B4-BE49-F238E27FC236}">
                <a16:creationId xmlns:a16="http://schemas.microsoft.com/office/drawing/2014/main" id="{850A56CE-A457-20B3-AB9E-604F86DE8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406" y="4297075"/>
            <a:ext cx="1981200" cy="519113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两者的区别</a:t>
            </a:r>
          </a:p>
        </p:txBody>
      </p:sp>
      <p:grpSp>
        <p:nvGrpSpPr>
          <p:cNvPr id="24" name="Group 37">
            <a:extLst>
              <a:ext uri="{FF2B5EF4-FFF2-40B4-BE49-F238E27FC236}">
                <a16:creationId xmlns:a16="http://schemas.microsoft.com/office/drawing/2014/main" id="{63DBD90E-142D-3847-9270-E0B96D277289}"/>
              </a:ext>
            </a:extLst>
          </p:cNvPr>
          <p:cNvGrpSpPr>
            <a:grpSpLocks/>
          </p:cNvGrpSpPr>
          <p:nvPr/>
        </p:nvGrpSpPr>
        <p:grpSpPr bwMode="auto">
          <a:xfrm>
            <a:off x="5469855" y="3111424"/>
            <a:ext cx="2901952" cy="1143000"/>
            <a:chOff x="3030" y="1872"/>
            <a:chExt cx="1828" cy="720"/>
          </a:xfrm>
        </p:grpSpPr>
        <p:sp>
          <p:nvSpPr>
            <p:cNvPr id="25" name="Rectangle 35">
              <a:extLst>
                <a:ext uri="{FF2B5EF4-FFF2-40B4-BE49-F238E27FC236}">
                  <a16:creationId xmlns:a16="http://schemas.microsoft.com/office/drawing/2014/main" id="{1EAD9510-ABDE-02BA-FFDD-3F174CA93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1872"/>
              <a:ext cx="336" cy="720"/>
            </a:xfrm>
            <a:prstGeom prst="rect">
              <a:avLst/>
            </a:prstGeom>
            <a:noFill/>
            <a:ln w="38100">
              <a:solidFill>
                <a:srgbClr val="04926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636CBEA1-E549-6804-4B55-B3E4D626B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1872"/>
              <a:ext cx="336" cy="720"/>
            </a:xfrm>
            <a:prstGeom prst="rect">
              <a:avLst/>
            </a:prstGeom>
            <a:noFill/>
            <a:ln w="38100">
              <a:solidFill>
                <a:srgbClr val="04926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" name="Text Box 38">
            <a:extLst>
              <a:ext uri="{FF2B5EF4-FFF2-40B4-BE49-F238E27FC236}">
                <a16:creationId xmlns:a16="http://schemas.microsoft.com/office/drawing/2014/main" id="{3D16CA6A-3F09-DC0E-D871-416A4D4E6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34" y="2819324"/>
            <a:ext cx="61555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区别类似</a:t>
            </a:r>
          </a:p>
        </p:txBody>
      </p:sp>
      <p:sp>
        <p:nvSpPr>
          <p:cNvPr id="29" name="Freeform 89">
            <a:extLst>
              <a:ext uri="{FF2B5EF4-FFF2-40B4-BE49-F238E27FC236}">
                <a16:creationId xmlns:a16="http://schemas.microsoft.com/office/drawing/2014/main" id="{C27BEA20-1DF6-F193-2014-6FE279AD4039}"/>
              </a:ext>
            </a:extLst>
          </p:cNvPr>
          <p:cNvSpPr>
            <a:spLocks/>
          </p:cNvSpPr>
          <p:nvPr/>
        </p:nvSpPr>
        <p:spPr bwMode="auto">
          <a:xfrm>
            <a:off x="9267261" y="2005817"/>
            <a:ext cx="730250" cy="360362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0" name="Line 66">
            <a:extLst>
              <a:ext uri="{FF2B5EF4-FFF2-40B4-BE49-F238E27FC236}">
                <a16:creationId xmlns:a16="http://schemas.microsoft.com/office/drawing/2014/main" id="{33720BD0-E954-4BC4-86F5-6331D54067B8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311711" y="1950254"/>
            <a:ext cx="255588" cy="488950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1" name="Line 70">
            <a:extLst>
              <a:ext uri="{FF2B5EF4-FFF2-40B4-BE49-F238E27FC236}">
                <a16:creationId xmlns:a16="http://schemas.microsoft.com/office/drawing/2014/main" id="{30FDC18A-95A0-5ADA-0C0B-8FCEEDF15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0799" y="1999467"/>
            <a:ext cx="381000" cy="381000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2" name="Line 74">
            <a:extLst>
              <a:ext uri="{FF2B5EF4-FFF2-40B4-BE49-F238E27FC236}">
                <a16:creationId xmlns:a16="http://schemas.microsoft.com/office/drawing/2014/main" id="{7A377CA6-6358-95F8-188D-3839B1C8CEDC}"/>
              </a:ext>
            </a:extLst>
          </p:cNvPr>
          <p:cNvSpPr>
            <a:spLocks noChangeShapeType="1"/>
          </p:cNvSpPr>
          <p:nvPr/>
        </p:nvSpPr>
        <p:spPr bwMode="auto">
          <a:xfrm rot="1080000" flipH="1">
            <a:off x="9752542" y="1270973"/>
            <a:ext cx="351542" cy="483168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3" name="Line 71">
            <a:extLst>
              <a:ext uri="{FF2B5EF4-FFF2-40B4-BE49-F238E27FC236}">
                <a16:creationId xmlns:a16="http://schemas.microsoft.com/office/drawing/2014/main" id="{1B6D6AEC-4DF4-E756-8134-3B242E9DE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4849" y="1351511"/>
            <a:ext cx="486000" cy="345544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4" name="Rectangle 46">
            <a:extLst>
              <a:ext uri="{FF2B5EF4-FFF2-40B4-BE49-F238E27FC236}">
                <a16:creationId xmlns:a16="http://schemas.microsoft.com/office/drawing/2014/main" id="{667394D0-E74B-31E6-267F-725F1D225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214" y="932128"/>
            <a:ext cx="2133600" cy="19812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7">
                <a:extLst>
                  <a:ext uri="{FF2B5EF4-FFF2-40B4-BE49-F238E27FC236}">
                    <a16:creationId xmlns:a16="http://schemas.microsoft.com/office/drawing/2014/main" id="{4427F45A-A823-0335-EEC6-C4D8C6E6F284}"/>
                  </a:ext>
                </a:extLst>
              </p:cNvPr>
              <p:cNvSpPr txBox="1"/>
              <p:nvPr/>
            </p:nvSpPr>
            <p:spPr bwMode="auto">
              <a:xfrm>
                <a:off x="10011799" y="89610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17">
                <a:extLst>
                  <a:ext uri="{FF2B5EF4-FFF2-40B4-BE49-F238E27FC236}">
                    <a16:creationId xmlns:a16="http://schemas.microsoft.com/office/drawing/2014/main" id="{4427F45A-A823-0335-EEC6-C4D8C6E6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11799" y="896103"/>
                <a:ext cx="381000" cy="381000"/>
              </a:xfrm>
              <a:prstGeom prst="rect">
                <a:avLst/>
              </a:prstGeom>
              <a:blipFill>
                <a:blip r:embed="rId13"/>
                <a:stretch>
                  <a:fillRect b="-48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5">
                <a:extLst>
                  <a:ext uri="{FF2B5EF4-FFF2-40B4-BE49-F238E27FC236}">
                    <a16:creationId xmlns:a16="http://schemas.microsoft.com/office/drawing/2014/main" id="{C393C379-ABF8-44ED-AF3C-AC2594CC8ED3}"/>
                  </a:ext>
                </a:extLst>
              </p:cNvPr>
              <p:cNvSpPr txBox="1"/>
              <p:nvPr/>
            </p:nvSpPr>
            <p:spPr bwMode="auto">
              <a:xfrm>
                <a:off x="9429139" y="1486673"/>
                <a:ext cx="1386617" cy="5257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25">
                <a:extLst>
                  <a:ext uri="{FF2B5EF4-FFF2-40B4-BE49-F238E27FC236}">
                    <a16:creationId xmlns:a16="http://schemas.microsoft.com/office/drawing/2014/main" id="{C393C379-ABF8-44ED-AF3C-AC2594CC8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139" y="1486673"/>
                <a:ext cx="1386617" cy="525776"/>
              </a:xfrm>
              <a:prstGeom prst="rect">
                <a:avLst/>
              </a:prstGeom>
              <a:blipFill>
                <a:blip r:embed="rId14"/>
                <a:stretch>
                  <a:fillRect r="-220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>
                <a:extLst>
                  <a:ext uri="{FF2B5EF4-FFF2-40B4-BE49-F238E27FC236}">
                    <a16:creationId xmlns:a16="http://schemas.microsoft.com/office/drawing/2014/main" id="{E9B3CB22-8BDE-84C4-B086-5C431DD7F453}"/>
                  </a:ext>
                </a:extLst>
              </p:cNvPr>
              <p:cNvSpPr txBox="1"/>
              <p:nvPr/>
            </p:nvSpPr>
            <p:spPr>
              <a:xfrm>
                <a:off x="9169701" y="2221717"/>
                <a:ext cx="885360" cy="67154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对象 36">
                <a:extLst>
                  <a:ext uri="{FF2B5EF4-FFF2-40B4-BE49-F238E27FC236}">
                    <a16:creationId xmlns:a16="http://schemas.microsoft.com/office/drawing/2014/main" id="{E9B3CB22-8BDE-84C4-B086-5C431DD7F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701" y="2221717"/>
                <a:ext cx="885360" cy="6715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71">
            <a:extLst>
              <a:ext uri="{FF2B5EF4-FFF2-40B4-BE49-F238E27FC236}">
                <a16:creationId xmlns:a16="http://schemas.microsoft.com/office/drawing/2014/main" id="{B04482D9-5F2E-EF04-DA2A-B661C80206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70136" y="1346127"/>
            <a:ext cx="2380" cy="350928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4A419FC-0591-DC8D-5B7E-3F07A4B6F6BE}"/>
              </a:ext>
            </a:extLst>
          </p:cNvPr>
          <p:cNvGrpSpPr/>
          <p:nvPr/>
        </p:nvGrpSpPr>
        <p:grpSpPr>
          <a:xfrm>
            <a:off x="9688849" y="1339395"/>
            <a:ext cx="972000" cy="360363"/>
            <a:chOff x="9780259" y="246052"/>
            <a:chExt cx="609600" cy="360363"/>
          </a:xfrm>
        </p:grpSpPr>
        <p:sp>
          <p:nvSpPr>
            <p:cNvPr id="40" name="Freeform 88">
              <a:extLst>
                <a:ext uri="{FF2B5EF4-FFF2-40B4-BE49-F238E27FC236}">
                  <a16:creationId xmlns:a16="http://schemas.microsoft.com/office/drawing/2014/main" id="{9F189C58-0DD4-6F2A-0B87-70F59446D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0259" y="246052"/>
              <a:ext cx="609600" cy="360363"/>
            </a:xfrm>
            <a:custGeom>
              <a:avLst/>
              <a:gdLst>
                <a:gd name="T0" fmla="*/ 0 w 1152"/>
                <a:gd name="T1" fmla="*/ 576 h 576"/>
                <a:gd name="T2" fmla="*/ 576 w 1152"/>
                <a:gd name="T3" fmla="*/ 0 h 576"/>
                <a:gd name="T4" fmla="*/ 1152 w 1152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2" h="576">
                  <a:moveTo>
                    <a:pt x="0" y="576"/>
                  </a:moveTo>
                  <a:lnTo>
                    <a:pt x="576" y="0"/>
                  </a:lnTo>
                  <a:lnTo>
                    <a:pt x="1152" y="57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F61A6FE-F813-EA90-4E4F-7704D10AD94F}"/>
                </a:ext>
              </a:extLst>
            </p:cNvPr>
            <p:cNvCxnSpPr>
              <a:stCxn id="40" idx="1"/>
            </p:cNvCxnSpPr>
            <p:nvPr/>
          </p:nvCxnSpPr>
          <p:spPr>
            <a:xfrm>
              <a:off x="10085059" y="246052"/>
              <a:ext cx="0" cy="36036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70B84C4-6585-0F2D-4341-BE26DF17454F}"/>
              </a:ext>
            </a:extLst>
          </p:cNvPr>
          <p:cNvGrpSpPr/>
          <p:nvPr/>
        </p:nvGrpSpPr>
        <p:grpSpPr>
          <a:xfrm>
            <a:off x="1033160" y="762587"/>
            <a:ext cx="612775" cy="612775"/>
            <a:chOff x="1601" y="872"/>
            <a:chExt cx="965" cy="96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B3F9C59-7D58-FD83-514A-3C8F6F5542A0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B4A04AF2-4635-62AF-3373-3B5199E82D37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88046BC-2C8D-8A5E-2DE6-813C9DAD70DE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6">
                <a:extLst>
                  <a:ext uri="{FF2B5EF4-FFF2-40B4-BE49-F238E27FC236}">
                    <a16:creationId xmlns:a16="http://schemas.microsoft.com/office/drawing/2014/main" id="{EB5CAB75-B809-741C-393B-720CE24DD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151" y="4898872"/>
                <a:ext cx="5106324" cy="1150443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把复合函数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[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𝜑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),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]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中的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看作不变而对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的偏导数</a:t>
                </a:r>
              </a:p>
            </p:txBody>
          </p:sp>
        </mc:Choice>
        <mc:Fallback xmlns="">
          <p:sp>
            <p:nvSpPr>
              <p:cNvPr id="74" name="Text Box 6">
                <a:extLst>
                  <a:ext uri="{FF2B5EF4-FFF2-40B4-BE49-F238E27FC236}">
                    <a16:creationId xmlns:a16="http://schemas.microsoft.com/office/drawing/2014/main" id="{EB5CAB75-B809-741C-393B-720CE24DD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151" y="4898872"/>
                <a:ext cx="5106324" cy="1150443"/>
              </a:xfrm>
              <a:prstGeom prst="rect">
                <a:avLst/>
              </a:prstGeom>
              <a:blipFill>
                <a:blip r:embed="rId16"/>
                <a:stretch>
                  <a:fillRect l="-2014" b="-10825"/>
                </a:stretch>
              </a:blipFill>
              <a:ln w="38100">
                <a:solidFill>
                  <a:srgbClr val="00B0F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Box 6">
                <a:extLst>
                  <a:ext uri="{FF2B5EF4-FFF2-40B4-BE49-F238E27FC236}">
                    <a16:creationId xmlns:a16="http://schemas.microsoft.com/office/drawing/2014/main" id="{13DAAE4E-0C8D-7844-FF18-2805CC1E32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8480" y="4338719"/>
                <a:ext cx="3071420" cy="1710596"/>
              </a:xfrm>
              <a:prstGeom prst="rect">
                <a:avLst/>
              </a:prstGeom>
              <a:noFill/>
              <a:ln w="38100">
                <a:solidFill>
                  <a:srgbClr val="4A7BA8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把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中的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及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看作不变而对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的偏导数</a:t>
                </a:r>
              </a:p>
            </p:txBody>
          </p:sp>
        </mc:Choice>
        <mc:Fallback xmlns="">
          <p:sp>
            <p:nvSpPr>
              <p:cNvPr id="75" name="Text Box 6">
                <a:extLst>
                  <a:ext uri="{FF2B5EF4-FFF2-40B4-BE49-F238E27FC236}">
                    <a16:creationId xmlns:a16="http://schemas.microsoft.com/office/drawing/2014/main" id="{13DAAE4E-0C8D-7844-FF18-2805CC1E3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8480" y="4338719"/>
                <a:ext cx="3071420" cy="1710596"/>
              </a:xfrm>
              <a:prstGeom prst="rect">
                <a:avLst/>
              </a:prstGeom>
              <a:blipFill>
                <a:blip r:embed="rId17"/>
                <a:stretch>
                  <a:fillRect l="-3536" r="-2358" b="-6993"/>
                </a:stretch>
              </a:blipFill>
              <a:ln w="38100">
                <a:solidFill>
                  <a:srgbClr val="4A7BA8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21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3" grpId="0" animBg="1"/>
      <p:bldP spid="27" grpId="0"/>
      <p:bldP spid="35" grpId="0"/>
      <p:bldP spid="36" grpId="0"/>
      <p:bldP spid="37" grpId="0"/>
      <p:bldP spid="74" grpId="0" animBg="1"/>
      <p:bldP spid="7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0E011B6-E6E8-2D58-9C2E-9BF198C7EA76}"/>
              </a:ext>
            </a:extLst>
          </p:cNvPr>
          <p:cNvGrpSpPr/>
          <p:nvPr/>
        </p:nvGrpSpPr>
        <p:grpSpPr>
          <a:xfrm>
            <a:off x="1111250" y="670560"/>
            <a:ext cx="9970770" cy="5509895"/>
            <a:chOff x="1649" y="2344"/>
            <a:chExt cx="16057" cy="734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484EFA1-9A69-0DB2-B9AE-8994C032323A}"/>
                </a:ext>
              </a:extLst>
            </p:cNvPr>
            <p:cNvSpPr/>
            <p:nvPr/>
          </p:nvSpPr>
          <p:spPr>
            <a:xfrm>
              <a:off x="1821" y="2483"/>
              <a:ext cx="15885" cy="72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94BC599-DCA8-B948-2D56-7ED2D2B3990D}"/>
                </a:ext>
              </a:extLst>
            </p:cNvPr>
            <p:cNvSpPr/>
            <p:nvPr/>
          </p:nvSpPr>
          <p:spPr>
            <a:xfrm>
              <a:off x="1649" y="2344"/>
              <a:ext cx="15885" cy="72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2" name="Text Box 32">
            <a:extLst>
              <a:ext uri="{FF2B5EF4-FFF2-40B4-BE49-F238E27FC236}">
                <a16:creationId xmlns:a16="http://schemas.microsoft.com/office/drawing/2014/main" id="{E046ACA0-B527-FABD-87A0-AB48018C7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088" y="2197893"/>
            <a:ext cx="1870137" cy="2462213"/>
          </a:xfrm>
          <a:prstGeom prst="rect">
            <a:avLst/>
          </a:prstGeom>
          <a:solidFill>
            <a:srgbClr val="04926A">
              <a:alpha val="20000"/>
            </a:srgbClr>
          </a:solidFill>
          <a:ln>
            <a:solidFill>
              <a:srgbClr val="04926A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分段用乘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分叉用加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单路全导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叉路偏导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+mn-lt"/>
            </a:endParaRPr>
          </a:p>
        </p:txBody>
      </p:sp>
      <p:sp>
        <p:nvSpPr>
          <p:cNvPr id="4" name="右箭头 3">
            <a:extLst>
              <a:ext uri="{FF2B5EF4-FFF2-40B4-BE49-F238E27FC236}">
                <a16:creationId xmlns:a16="http://schemas.microsoft.com/office/drawing/2014/main" id="{7FE287E7-CF61-1145-4181-6FAC33A8D772}"/>
              </a:ext>
            </a:extLst>
          </p:cNvPr>
          <p:cNvSpPr/>
          <p:nvPr/>
        </p:nvSpPr>
        <p:spPr>
          <a:xfrm>
            <a:off x="2737891" y="2944344"/>
            <a:ext cx="4533900" cy="965220"/>
          </a:xfrm>
          <a:prstGeom prst="rightArrow">
            <a:avLst/>
          </a:prstGeom>
          <a:solidFill>
            <a:srgbClr val="04926A">
              <a:alpha val="20000"/>
            </a:srgbClr>
          </a:solidFill>
          <a:ln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多元复合函数求导的口诀</a:t>
            </a:r>
          </a:p>
        </p:txBody>
      </p:sp>
    </p:spTree>
    <p:extLst>
      <p:ext uri="{BB962C8B-B14F-4D97-AF65-F5344CB8AC3E}">
        <p14:creationId xmlns:p14="http://schemas.microsoft.com/office/powerpoint/2010/main" val="231722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ED2F2BC9-5074-7FBD-420A-E64B0FC8194D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ED2F2BC9-5074-7FBD-420A-E64B0FC81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半闭框 97">
            <a:extLst>
              <a:ext uri="{FF2B5EF4-FFF2-40B4-BE49-F238E27FC236}">
                <a16:creationId xmlns:a16="http://schemas.microsoft.com/office/drawing/2014/main" id="{AC722AF9-CBDA-E1D2-8592-81D0137EA16B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9" name="半闭框 98">
            <a:extLst>
              <a:ext uri="{FF2B5EF4-FFF2-40B4-BE49-F238E27FC236}">
                <a16:creationId xmlns:a16="http://schemas.microsoft.com/office/drawing/2014/main" id="{FFEC7F09-E02F-4CA4-16E2-A91571EABB33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0" name="半闭框 99">
            <a:extLst>
              <a:ext uri="{FF2B5EF4-FFF2-40B4-BE49-F238E27FC236}">
                <a16:creationId xmlns:a16="http://schemas.microsoft.com/office/drawing/2014/main" id="{1C311978-9078-F123-E815-F7A613291274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01" name="半闭框 100">
            <a:extLst>
              <a:ext uri="{FF2B5EF4-FFF2-40B4-BE49-F238E27FC236}">
                <a16:creationId xmlns:a16="http://schemas.microsoft.com/office/drawing/2014/main" id="{EAD2F82A-DC5D-6C29-E066-1DD3ED7C82C2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27FE0AD-5D07-25E0-51E7-BC7D86626ABE}"/>
              </a:ext>
            </a:extLst>
          </p:cNvPr>
          <p:cNvSpPr txBox="1">
            <a:spLocks noChangeArrowheads="1"/>
          </p:cNvSpPr>
          <p:nvPr/>
        </p:nvSpPr>
        <p:spPr>
          <a:xfrm>
            <a:off x="1833563" y="1042561"/>
            <a:ext cx="1676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09F0C84E-081B-E13E-94DB-F41FB9DF0DB6}"/>
                  </a:ext>
                </a:extLst>
              </p:cNvPr>
              <p:cNvSpPr txBox="1"/>
              <p:nvPr/>
            </p:nvSpPr>
            <p:spPr bwMode="auto">
              <a:xfrm>
                <a:off x="3018174" y="1042561"/>
                <a:ext cx="5595938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09F0C84E-081B-E13E-94DB-F41FB9DF0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8174" y="1042561"/>
                <a:ext cx="5595938" cy="50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83E1369E-8297-9772-B469-F44E181A0221}"/>
                  </a:ext>
                </a:extLst>
              </p:cNvPr>
              <p:cNvSpPr txBox="1"/>
              <p:nvPr/>
            </p:nvSpPr>
            <p:spPr bwMode="auto">
              <a:xfrm>
                <a:off x="8370907" y="823292"/>
                <a:ext cx="1981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83E1369E-8297-9772-B469-F44E181A0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70907" y="823292"/>
                <a:ext cx="1981200" cy="927100"/>
              </a:xfrm>
              <a:prstGeom prst="rect">
                <a:avLst/>
              </a:prstGeom>
              <a:blipFill>
                <a:blip r:embed="rId4"/>
                <a:stretch>
                  <a:fillRect b="-6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>
            <a:extLst>
              <a:ext uri="{FF2B5EF4-FFF2-40B4-BE49-F238E27FC236}">
                <a16:creationId xmlns:a16="http://schemas.microsoft.com/office/drawing/2014/main" id="{B2A58692-5B5E-5C88-D76A-F035754D3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2088197"/>
            <a:ext cx="91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DEA288AF-F3CB-BC90-D2D6-2A3CB62A79FE}"/>
                  </a:ext>
                </a:extLst>
              </p:cNvPr>
              <p:cNvSpPr txBox="1"/>
              <p:nvPr/>
            </p:nvSpPr>
            <p:spPr bwMode="auto">
              <a:xfrm>
                <a:off x="2638425" y="1976041"/>
                <a:ext cx="431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DEA288AF-F3CB-BC90-D2D6-2A3CB62A7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8425" y="1976041"/>
                <a:ext cx="431800" cy="9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9">
                <a:extLst>
                  <a:ext uri="{FF2B5EF4-FFF2-40B4-BE49-F238E27FC236}">
                    <a16:creationId xmlns:a16="http://schemas.microsoft.com/office/drawing/2014/main" id="{575B826A-69C0-C90E-A5F0-882CC33E1063}"/>
                  </a:ext>
                </a:extLst>
              </p:cNvPr>
              <p:cNvSpPr txBox="1"/>
              <p:nvPr/>
            </p:nvSpPr>
            <p:spPr bwMode="auto">
              <a:xfrm>
                <a:off x="3171825" y="2854722"/>
                <a:ext cx="1349375" cy="439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9">
                <a:extLst>
                  <a:ext uri="{FF2B5EF4-FFF2-40B4-BE49-F238E27FC236}">
                    <a16:creationId xmlns:a16="http://schemas.microsoft.com/office/drawing/2014/main" id="{575B826A-69C0-C90E-A5F0-882CC33E1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825" y="2854722"/>
                <a:ext cx="1349375" cy="439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F8B9DD05-72B5-7CEA-B797-ABDAC27E2F96}"/>
                  </a:ext>
                </a:extLst>
              </p:cNvPr>
              <p:cNvSpPr txBox="1"/>
              <p:nvPr/>
            </p:nvSpPr>
            <p:spPr bwMode="auto">
              <a:xfrm>
                <a:off x="3171825" y="3366722"/>
                <a:ext cx="4787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)].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F8B9DD05-72B5-7CEA-B797-ABDAC27E2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825" y="3366722"/>
                <a:ext cx="4787900" cy="469900"/>
              </a:xfrm>
              <a:prstGeom prst="rect">
                <a:avLst/>
              </a:prstGeom>
              <a:blipFill>
                <a:blip r:embed="rId7"/>
                <a:stretch>
                  <a:fillRect b="-103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4">
                <a:extLst>
                  <a:ext uri="{FF2B5EF4-FFF2-40B4-BE49-F238E27FC236}">
                    <a16:creationId xmlns:a16="http://schemas.microsoft.com/office/drawing/2014/main" id="{B389EA3E-F073-72D1-C247-0C4CACF53526}"/>
                  </a:ext>
                </a:extLst>
              </p:cNvPr>
              <p:cNvSpPr txBox="1"/>
              <p:nvPr/>
            </p:nvSpPr>
            <p:spPr bwMode="auto">
              <a:xfrm>
                <a:off x="2639676" y="4043999"/>
                <a:ext cx="457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24">
                <a:extLst>
                  <a:ext uri="{FF2B5EF4-FFF2-40B4-BE49-F238E27FC236}">
                    <a16:creationId xmlns:a16="http://schemas.microsoft.com/office/drawing/2014/main" id="{B389EA3E-F073-72D1-C247-0C4CACF53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676" y="4043999"/>
                <a:ext cx="4572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5">
                <a:extLst>
                  <a:ext uri="{FF2B5EF4-FFF2-40B4-BE49-F238E27FC236}">
                    <a16:creationId xmlns:a16="http://schemas.microsoft.com/office/drawing/2014/main" id="{DFBC3C21-CC40-01ED-80EB-722D587AF628}"/>
                  </a:ext>
                </a:extLst>
              </p:cNvPr>
              <p:cNvSpPr txBox="1"/>
              <p:nvPr/>
            </p:nvSpPr>
            <p:spPr bwMode="auto">
              <a:xfrm>
                <a:off x="3179445" y="5496879"/>
                <a:ext cx="452945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)].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5">
                <a:extLst>
                  <a:ext uri="{FF2B5EF4-FFF2-40B4-BE49-F238E27FC236}">
                    <a16:creationId xmlns:a16="http://schemas.microsoft.com/office/drawing/2014/main" id="{DFBC3C21-CC40-01ED-80EB-722D587AF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9445" y="5496879"/>
                <a:ext cx="4529455" cy="469900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6">
                <a:extLst>
                  <a:ext uri="{FF2B5EF4-FFF2-40B4-BE49-F238E27FC236}">
                    <a16:creationId xmlns:a16="http://schemas.microsoft.com/office/drawing/2014/main" id="{28D51EE3-A092-0164-6925-68B3B5C67BB3}"/>
                  </a:ext>
                </a:extLst>
              </p:cNvPr>
              <p:cNvSpPr txBox="1"/>
              <p:nvPr/>
            </p:nvSpPr>
            <p:spPr bwMode="auto">
              <a:xfrm>
                <a:off x="3176251" y="4966336"/>
                <a:ext cx="13716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6">
                <a:extLst>
                  <a:ext uri="{FF2B5EF4-FFF2-40B4-BE49-F238E27FC236}">
                    <a16:creationId xmlns:a16="http://schemas.microsoft.com/office/drawing/2014/main" id="{28D51EE3-A092-0164-6925-68B3B5C67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6251" y="4966336"/>
                <a:ext cx="1371600" cy="444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8">
                <a:extLst>
                  <a:ext uri="{FF2B5EF4-FFF2-40B4-BE49-F238E27FC236}">
                    <a16:creationId xmlns:a16="http://schemas.microsoft.com/office/drawing/2014/main" id="{CC694891-AACB-6B1A-36E5-3ACC3049DE04}"/>
                  </a:ext>
                </a:extLst>
              </p:cNvPr>
              <p:cNvSpPr txBox="1"/>
              <p:nvPr/>
            </p:nvSpPr>
            <p:spPr bwMode="auto">
              <a:xfrm>
                <a:off x="3175001" y="1988742"/>
                <a:ext cx="1409699" cy="9239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8">
                <a:extLst>
                  <a:ext uri="{FF2B5EF4-FFF2-40B4-BE49-F238E27FC236}">
                    <a16:creationId xmlns:a16="http://schemas.microsoft.com/office/drawing/2014/main" id="{CC694891-AACB-6B1A-36E5-3ACC3049D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5001" y="1988742"/>
                <a:ext cx="1409699" cy="9239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9">
                <a:extLst>
                  <a:ext uri="{FF2B5EF4-FFF2-40B4-BE49-F238E27FC236}">
                    <a16:creationId xmlns:a16="http://schemas.microsoft.com/office/drawing/2014/main" id="{F07B6D61-5B7E-441A-A9E7-9DDCFC948727}"/>
                  </a:ext>
                </a:extLst>
              </p:cNvPr>
              <p:cNvSpPr txBox="1"/>
              <p:nvPr/>
            </p:nvSpPr>
            <p:spPr bwMode="auto">
              <a:xfrm>
                <a:off x="4546600" y="2001441"/>
                <a:ext cx="178629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29">
                <a:extLst>
                  <a:ext uri="{FF2B5EF4-FFF2-40B4-BE49-F238E27FC236}">
                    <a16:creationId xmlns:a16="http://schemas.microsoft.com/office/drawing/2014/main" id="{F07B6D61-5B7E-441A-A9E7-9DDCFC948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6600" y="2001441"/>
                <a:ext cx="1786294" cy="927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0">
                <a:extLst>
                  <a:ext uri="{FF2B5EF4-FFF2-40B4-BE49-F238E27FC236}">
                    <a16:creationId xmlns:a16="http://schemas.microsoft.com/office/drawing/2014/main" id="{76090A27-A804-B3F9-F665-670CECE86395}"/>
                  </a:ext>
                </a:extLst>
              </p:cNvPr>
              <p:cNvSpPr txBox="1"/>
              <p:nvPr/>
            </p:nvSpPr>
            <p:spPr bwMode="auto">
              <a:xfrm>
                <a:off x="4730749" y="2864883"/>
                <a:ext cx="1409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30">
                <a:extLst>
                  <a:ext uri="{FF2B5EF4-FFF2-40B4-BE49-F238E27FC236}">
                    <a16:creationId xmlns:a16="http://schemas.microsoft.com/office/drawing/2014/main" id="{76090A27-A804-B3F9-F665-670CECE86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0749" y="2864883"/>
                <a:ext cx="1409700" cy="444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1">
                <a:extLst>
                  <a:ext uri="{FF2B5EF4-FFF2-40B4-BE49-F238E27FC236}">
                    <a16:creationId xmlns:a16="http://schemas.microsoft.com/office/drawing/2014/main" id="{A23738EE-C57A-9020-9559-E35C9CACFAEE}"/>
                  </a:ext>
                </a:extLst>
              </p:cNvPr>
              <p:cNvSpPr txBox="1"/>
              <p:nvPr/>
            </p:nvSpPr>
            <p:spPr bwMode="auto">
              <a:xfrm>
                <a:off x="3173076" y="4036061"/>
                <a:ext cx="1320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31">
                <a:extLst>
                  <a:ext uri="{FF2B5EF4-FFF2-40B4-BE49-F238E27FC236}">
                    <a16:creationId xmlns:a16="http://schemas.microsoft.com/office/drawing/2014/main" id="{A23738EE-C57A-9020-9559-E35C9CACF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3076" y="4036061"/>
                <a:ext cx="1320800" cy="927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2">
                <a:extLst>
                  <a:ext uri="{FF2B5EF4-FFF2-40B4-BE49-F238E27FC236}">
                    <a16:creationId xmlns:a16="http://schemas.microsoft.com/office/drawing/2014/main" id="{C058771A-A0A1-CCC5-9AAD-90D51DCFD6DB}"/>
                  </a:ext>
                </a:extLst>
              </p:cNvPr>
              <p:cNvSpPr txBox="1"/>
              <p:nvPr/>
            </p:nvSpPr>
            <p:spPr bwMode="auto">
              <a:xfrm>
                <a:off x="4522451" y="4043999"/>
                <a:ext cx="1295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32">
                <a:extLst>
                  <a:ext uri="{FF2B5EF4-FFF2-40B4-BE49-F238E27FC236}">
                    <a16:creationId xmlns:a16="http://schemas.microsoft.com/office/drawing/2014/main" id="{C058771A-A0A1-CCC5-9AAD-90D51DCFD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2451" y="4043999"/>
                <a:ext cx="1295400" cy="927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3">
                <a:extLst>
                  <a:ext uri="{FF2B5EF4-FFF2-40B4-BE49-F238E27FC236}">
                    <a16:creationId xmlns:a16="http://schemas.microsoft.com/office/drawing/2014/main" id="{A15907BA-EC23-7000-1DE1-A65B096F4EDE}"/>
                  </a:ext>
                </a:extLst>
              </p:cNvPr>
              <p:cNvSpPr txBox="1"/>
              <p:nvPr/>
            </p:nvSpPr>
            <p:spPr bwMode="auto">
              <a:xfrm>
                <a:off x="4719301" y="4963161"/>
                <a:ext cx="1409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33">
                <a:extLst>
                  <a:ext uri="{FF2B5EF4-FFF2-40B4-BE49-F238E27FC236}">
                    <a16:creationId xmlns:a16="http://schemas.microsoft.com/office/drawing/2014/main" id="{A15907BA-EC23-7000-1DE1-A65B096F4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9301" y="4963161"/>
                <a:ext cx="1409700" cy="4445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6">
                <a:extLst>
                  <a:ext uri="{FF2B5EF4-FFF2-40B4-BE49-F238E27FC236}">
                    <a16:creationId xmlns:a16="http://schemas.microsoft.com/office/drawing/2014/main" id="{834FEBFB-7AB9-3F9C-B7BE-74EABAABF190}"/>
                  </a:ext>
                </a:extLst>
              </p:cNvPr>
              <p:cNvSpPr txBox="1"/>
              <p:nvPr/>
            </p:nvSpPr>
            <p:spPr bwMode="auto">
              <a:xfrm>
                <a:off x="4392255" y="2852500"/>
                <a:ext cx="495300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6">
                <a:extLst>
                  <a:ext uri="{FF2B5EF4-FFF2-40B4-BE49-F238E27FC236}">
                    <a16:creationId xmlns:a16="http://schemas.microsoft.com/office/drawing/2014/main" id="{834FEBFB-7AB9-3F9C-B7BE-74EABAABF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2255" y="2852500"/>
                <a:ext cx="495300" cy="428625"/>
              </a:xfrm>
              <a:prstGeom prst="rect">
                <a:avLst/>
              </a:prstGeom>
              <a:blipFill>
                <a:blip r:embed="rId17"/>
                <a:stretch>
                  <a:fillRect b="-12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7">
                <a:extLst>
                  <a:ext uri="{FF2B5EF4-FFF2-40B4-BE49-F238E27FC236}">
                    <a16:creationId xmlns:a16="http://schemas.microsoft.com/office/drawing/2014/main" id="{8D76EA08-24BE-D347-6A6B-FC801185D69B}"/>
                  </a:ext>
                </a:extLst>
              </p:cNvPr>
              <p:cNvSpPr txBox="1"/>
              <p:nvPr/>
            </p:nvSpPr>
            <p:spPr bwMode="auto">
              <a:xfrm>
                <a:off x="5918199" y="2858851"/>
                <a:ext cx="381000" cy="4286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37">
                <a:extLst>
                  <a:ext uri="{FF2B5EF4-FFF2-40B4-BE49-F238E27FC236}">
                    <a16:creationId xmlns:a16="http://schemas.microsoft.com/office/drawing/2014/main" id="{8D76EA08-24BE-D347-6A6B-FC801185D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8199" y="2858851"/>
                <a:ext cx="381000" cy="428624"/>
              </a:xfrm>
              <a:prstGeom prst="rect">
                <a:avLst/>
              </a:prstGeom>
              <a:blipFill>
                <a:blip r:embed="rId18"/>
                <a:stretch>
                  <a:fillRect r="-274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B19115CC-DB16-23E0-4B25-967F20432BC6}"/>
                  </a:ext>
                </a:extLst>
              </p:cNvPr>
              <p:cNvSpPr txBox="1"/>
              <p:nvPr/>
            </p:nvSpPr>
            <p:spPr bwMode="auto">
              <a:xfrm>
                <a:off x="4381163" y="4954908"/>
                <a:ext cx="461963" cy="363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B19115CC-DB16-23E0-4B25-967F20432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163" y="4954908"/>
                <a:ext cx="461963" cy="363538"/>
              </a:xfrm>
              <a:prstGeom prst="rect">
                <a:avLst/>
              </a:prstGeom>
              <a:blipFill>
                <a:blip r:embed="rId19"/>
                <a:stretch>
                  <a:fillRect b="-84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9">
                <a:extLst>
                  <a:ext uri="{FF2B5EF4-FFF2-40B4-BE49-F238E27FC236}">
                    <a16:creationId xmlns:a16="http://schemas.microsoft.com/office/drawing/2014/main" id="{7FF03081-170F-56E5-C16D-9CFA0DC24756}"/>
                  </a:ext>
                </a:extLst>
              </p:cNvPr>
              <p:cNvSpPr txBox="1"/>
              <p:nvPr/>
            </p:nvSpPr>
            <p:spPr bwMode="auto">
              <a:xfrm>
                <a:off x="5936913" y="4954908"/>
                <a:ext cx="363538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39">
                <a:extLst>
                  <a:ext uri="{FF2B5EF4-FFF2-40B4-BE49-F238E27FC236}">
                    <a16:creationId xmlns:a16="http://schemas.microsoft.com/office/drawing/2014/main" id="{7FF03081-170F-56E5-C16D-9CFA0DC24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6913" y="4954908"/>
                <a:ext cx="363538" cy="428625"/>
              </a:xfrm>
              <a:prstGeom prst="rect">
                <a:avLst/>
              </a:prstGeom>
              <a:blipFill>
                <a:blip r:embed="rId20"/>
                <a:stretch>
                  <a:fillRect r="-31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42">
            <a:extLst>
              <a:ext uri="{FF2B5EF4-FFF2-40B4-BE49-F238E27FC236}">
                <a16:creationId xmlns:a16="http://schemas.microsoft.com/office/drawing/2014/main" id="{FCC9C9F8-5F37-FD28-CDD0-AEE9D3401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44" y="2611417"/>
            <a:ext cx="1786294" cy="2075351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C45FF697-CADD-0C31-6E1A-77001C1C6E2F}"/>
                  </a:ext>
                </a:extLst>
              </p:cNvPr>
              <p:cNvSpPr txBox="1"/>
              <p:nvPr/>
            </p:nvSpPr>
            <p:spPr bwMode="auto">
              <a:xfrm>
                <a:off x="9104331" y="2692806"/>
                <a:ext cx="215900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C45FF697-CADD-0C31-6E1A-77001C1C6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4331" y="2692806"/>
                <a:ext cx="215900" cy="215900"/>
              </a:xfrm>
              <a:prstGeom prst="rect">
                <a:avLst/>
              </a:prstGeom>
              <a:blipFill>
                <a:blip r:embed="rId21"/>
                <a:stretch>
                  <a:fillRect r="-36111" b="-82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66BF33E0-D8F2-3507-F7ED-2DE1A1F68E3E}"/>
                  </a:ext>
                </a:extLst>
              </p:cNvPr>
              <p:cNvSpPr txBox="1"/>
              <p:nvPr/>
            </p:nvSpPr>
            <p:spPr bwMode="auto">
              <a:xfrm>
                <a:off x="8747143" y="3328952"/>
                <a:ext cx="9525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  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66BF33E0-D8F2-3507-F7ED-2DE1A1F68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7143" y="3328952"/>
                <a:ext cx="952500" cy="317500"/>
              </a:xfrm>
              <a:prstGeom prst="rect">
                <a:avLst/>
              </a:prstGeom>
              <a:blipFill>
                <a:blip r:embed="rId22"/>
                <a:stretch>
                  <a:fillRect b="-134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5">
                <a:extLst>
                  <a:ext uri="{FF2B5EF4-FFF2-40B4-BE49-F238E27FC236}">
                    <a16:creationId xmlns:a16="http://schemas.microsoft.com/office/drawing/2014/main" id="{BF1ECCFA-BB97-23B0-7A4C-CBB0A0B1DD83}"/>
                  </a:ext>
                </a:extLst>
              </p:cNvPr>
              <p:cNvSpPr txBox="1"/>
              <p:nvPr/>
            </p:nvSpPr>
            <p:spPr bwMode="auto">
              <a:xfrm>
                <a:off x="8490921" y="4019783"/>
                <a:ext cx="16129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45">
                <a:extLst>
                  <a:ext uri="{FF2B5EF4-FFF2-40B4-BE49-F238E27FC236}">
                    <a16:creationId xmlns:a16="http://schemas.microsoft.com/office/drawing/2014/main" id="{BF1ECCFA-BB97-23B0-7A4C-CBB0A0B1D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0921" y="4019783"/>
                <a:ext cx="1612900" cy="317500"/>
              </a:xfrm>
              <a:prstGeom prst="rect">
                <a:avLst/>
              </a:prstGeom>
              <a:blipFill>
                <a:blip r:embed="rId23"/>
                <a:stretch>
                  <a:fillRect b="-32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63">
            <a:extLst>
              <a:ext uri="{FF2B5EF4-FFF2-40B4-BE49-F238E27FC236}">
                <a16:creationId xmlns:a16="http://schemas.microsoft.com/office/drawing/2014/main" id="{C61CCC1C-32E3-0D90-D4FB-6938B5F975B0}"/>
              </a:ext>
            </a:extLst>
          </p:cNvPr>
          <p:cNvSpPr>
            <a:spLocks/>
          </p:cNvSpPr>
          <p:nvPr/>
        </p:nvSpPr>
        <p:spPr bwMode="auto">
          <a:xfrm>
            <a:off x="8885621" y="3100519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7" name="Freeform 64">
            <a:extLst>
              <a:ext uri="{FF2B5EF4-FFF2-40B4-BE49-F238E27FC236}">
                <a16:creationId xmlns:a16="http://schemas.microsoft.com/office/drawing/2014/main" id="{A1BD9396-9DAA-CDBB-08A2-E68A63B72DDE}"/>
              </a:ext>
            </a:extLst>
          </p:cNvPr>
          <p:cNvSpPr>
            <a:spLocks/>
          </p:cNvSpPr>
          <p:nvPr/>
        </p:nvSpPr>
        <p:spPr bwMode="auto">
          <a:xfrm>
            <a:off x="8632463" y="3786319"/>
            <a:ext cx="576262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8" name="Freeform 65">
            <a:extLst>
              <a:ext uri="{FF2B5EF4-FFF2-40B4-BE49-F238E27FC236}">
                <a16:creationId xmlns:a16="http://schemas.microsoft.com/office/drawing/2014/main" id="{E8001F57-3910-95C4-BCB3-26F5F1795536}"/>
              </a:ext>
            </a:extLst>
          </p:cNvPr>
          <p:cNvSpPr>
            <a:spLocks/>
          </p:cNvSpPr>
          <p:nvPr/>
        </p:nvSpPr>
        <p:spPr bwMode="auto">
          <a:xfrm>
            <a:off x="9338535" y="3786319"/>
            <a:ext cx="576262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241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B2D3FB67-F464-5E8B-12D1-C4D19A5B1849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B2D3FB67-F464-5E8B-12D1-C4D19A5B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半闭框 69">
            <a:extLst>
              <a:ext uri="{FF2B5EF4-FFF2-40B4-BE49-F238E27FC236}">
                <a16:creationId xmlns:a16="http://schemas.microsoft.com/office/drawing/2014/main" id="{BE3D3592-4577-03B5-6FAF-5D6E113C99ED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半闭框 70">
            <a:extLst>
              <a:ext uri="{FF2B5EF4-FFF2-40B4-BE49-F238E27FC236}">
                <a16:creationId xmlns:a16="http://schemas.microsoft.com/office/drawing/2014/main" id="{C259C5EF-48F8-A12C-50D9-B3F2C697EE45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>
            <a:extLst>
              <a:ext uri="{FF2B5EF4-FFF2-40B4-BE49-F238E27FC236}">
                <a16:creationId xmlns:a16="http://schemas.microsoft.com/office/drawing/2014/main" id="{C1B3F219-1F06-483C-D2B4-7EE5699DC450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3" name="半闭框 72">
            <a:extLst>
              <a:ext uri="{FF2B5EF4-FFF2-40B4-BE49-F238E27FC236}">
                <a16:creationId xmlns:a16="http://schemas.microsoft.com/office/drawing/2014/main" id="{F13F5AC2-079A-D25D-B6F5-4422136BBF13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3">
            <a:extLst>
              <a:ext uri="{FF2B5EF4-FFF2-40B4-BE49-F238E27FC236}">
                <a16:creationId xmlns:a16="http://schemas.microsoft.com/office/drawing/2014/main" id="{2223C67B-4DCF-98CD-D51F-FAC1D202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783" y="2517184"/>
            <a:ext cx="1828800" cy="21336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301D-C904-7E4C-33D2-942A06A64C01}"/>
              </a:ext>
            </a:extLst>
          </p:cNvPr>
          <p:cNvSpPr txBox="1">
            <a:spLocks noChangeArrowheads="1"/>
          </p:cNvSpPr>
          <p:nvPr/>
        </p:nvSpPr>
        <p:spPr>
          <a:xfrm>
            <a:off x="1628225" y="1102405"/>
            <a:ext cx="1219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F18D9943-2D82-D233-6E06-D64243C4B5C8}"/>
                  </a:ext>
                </a:extLst>
              </p:cNvPr>
              <p:cNvSpPr txBox="1"/>
              <p:nvPr/>
            </p:nvSpPr>
            <p:spPr bwMode="auto">
              <a:xfrm>
                <a:off x="2515281" y="1027316"/>
                <a:ext cx="6400799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F18D9943-2D82-D233-6E06-D64243C4B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81" y="1027316"/>
                <a:ext cx="6400799" cy="584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678F5AC5-B149-3561-E754-3604901FB5F2}"/>
                  </a:ext>
                </a:extLst>
              </p:cNvPr>
              <p:cNvSpPr txBox="1"/>
              <p:nvPr/>
            </p:nvSpPr>
            <p:spPr bwMode="auto">
              <a:xfrm>
                <a:off x="8720816" y="876343"/>
                <a:ext cx="1944559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678F5AC5-B149-3561-E754-3604901FB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20816" y="876343"/>
                <a:ext cx="1944559" cy="914400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>
            <a:extLst>
              <a:ext uri="{FF2B5EF4-FFF2-40B4-BE49-F238E27FC236}">
                <a16:creationId xmlns:a16="http://schemas.microsoft.com/office/drawing/2014/main" id="{BCB7C3D4-A2BD-DD3D-7C38-D6613AA62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225" y="2005688"/>
            <a:ext cx="800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BB67BBD8-7260-2DE0-DC7C-A1BE8168D7D2}"/>
                  </a:ext>
                </a:extLst>
              </p:cNvPr>
              <p:cNvSpPr txBox="1"/>
              <p:nvPr/>
            </p:nvSpPr>
            <p:spPr bwMode="auto">
              <a:xfrm>
                <a:off x="2448484" y="1865832"/>
                <a:ext cx="431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BB67BBD8-7260-2DE0-DC7C-A1BE8168D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484" y="1865832"/>
                <a:ext cx="431800" cy="9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AA31992F-709C-7D88-1C89-A7C922D37DAD}"/>
                  </a:ext>
                </a:extLst>
              </p:cNvPr>
              <p:cNvSpPr txBox="1"/>
              <p:nvPr/>
            </p:nvSpPr>
            <p:spPr bwMode="auto">
              <a:xfrm>
                <a:off x="2862942" y="2785945"/>
                <a:ext cx="2098675" cy="587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AA31992F-709C-7D88-1C89-A7C922D37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2942" y="2785945"/>
                <a:ext cx="2098675" cy="587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F6319443-AFDB-3F18-4784-6EE720C80C32}"/>
                  </a:ext>
                </a:extLst>
              </p:cNvPr>
              <p:cNvSpPr txBox="1"/>
              <p:nvPr/>
            </p:nvSpPr>
            <p:spPr bwMode="auto">
              <a:xfrm>
                <a:off x="2862942" y="3333633"/>
                <a:ext cx="4813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=2​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(1+2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</m:func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F6319443-AFDB-3F18-4784-6EE720C8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2942" y="3333633"/>
                <a:ext cx="4813300" cy="520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F2148DE5-81CA-F221-CB62-6D1D824E7B35}"/>
                  </a:ext>
                </a:extLst>
              </p:cNvPr>
              <p:cNvSpPr txBox="1"/>
              <p:nvPr/>
            </p:nvSpPr>
            <p:spPr bwMode="auto">
              <a:xfrm>
                <a:off x="8524522" y="3280454"/>
                <a:ext cx="1252537" cy="446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F2148DE5-81CA-F221-CB62-6D1D824E7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4522" y="3280454"/>
                <a:ext cx="1252537" cy="446088"/>
              </a:xfrm>
              <a:prstGeom prst="rect">
                <a:avLst/>
              </a:prstGeom>
              <a:blipFill>
                <a:blip r:embed="rId8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22">
            <a:extLst>
              <a:ext uri="{FF2B5EF4-FFF2-40B4-BE49-F238E27FC236}">
                <a16:creationId xmlns:a16="http://schemas.microsoft.com/office/drawing/2014/main" id="{F87007A2-198C-C3EB-5A02-9FC2E16C9A22}"/>
              </a:ext>
            </a:extLst>
          </p:cNvPr>
          <p:cNvGrpSpPr>
            <a:grpSpLocks/>
          </p:cNvGrpSpPr>
          <p:nvPr/>
        </p:nvGrpSpPr>
        <p:grpSpPr bwMode="auto">
          <a:xfrm>
            <a:off x="9329383" y="3777659"/>
            <a:ext cx="609600" cy="381000"/>
            <a:chOff x="4848" y="1344"/>
            <a:chExt cx="384" cy="240"/>
          </a:xfrm>
        </p:grpSpPr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AF1D0AB8-DC69-EE4D-9533-F87940C64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8" y="1344"/>
              <a:ext cx="144" cy="24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ADF63813-AB1D-22CB-2DA0-D29106762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344"/>
              <a:ext cx="240" cy="24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5">
                <a:extLst>
                  <a:ext uri="{FF2B5EF4-FFF2-40B4-BE49-F238E27FC236}">
                    <a16:creationId xmlns:a16="http://schemas.microsoft.com/office/drawing/2014/main" id="{44068DA9-C51C-02DD-07DC-1A02484BDB13}"/>
                  </a:ext>
                </a:extLst>
              </p:cNvPr>
              <p:cNvSpPr txBox="1"/>
              <p:nvPr/>
            </p:nvSpPr>
            <p:spPr bwMode="auto">
              <a:xfrm>
                <a:off x="9176983" y="3976097"/>
                <a:ext cx="9906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5">
                <a:extLst>
                  <a:ext uri="{FF2B5EF4-FFF2-40B4-BE49-F238E27FC236}">
                    <a16:creationId xmlns:a16="http://schemas.microsoft.com/office/drawing/2014/main" id="{44068DA9-C51C-02DD-07DC-1A02484BD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6983" y="3976097"/>
                <a:ext cx="990600" cy="457200"/>
              </a:xfrm>
              <a:prstGeom prst="rect">
                <a:avLst/>
              </a:prstGeom>
              <a:blipFill>
                <a:blip r:embed="rId9"/>
                <a:stretch>
                  <a:fillRect b="-14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6">
                <a:extLst>
                  <a:ext uri="{FF2B5EF4-FFF2-40B4-BE49-F238E27FC236}">
                    <a16:creationId xmlns:a16="http://schemas.microsoft.com/office/drawing/2014/main" id="{4A2A5B95-D87F-2530-D4E7-5F4F2A0DD715}"/>
                  </a:ext>
                </a:extLst>
              </p:cNvPr>
              <p:cNvSpPr txBox="1"/>
              <p:nvPr/>
            </p:nvSpPr>
            <p:spPr bwMode="auto">
              <a:xfrm>
                <a:off x="8911870" y="2459240"/>
                <a:ext cx="341313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6">
                <a:extLst>
                  <a:ext uri="{FF2B5EF4-FFF2-40B4-BE49-F238E27FC236}">
                    <a16:creationId xmlns:a16="http://schemas.microsoft.com/office/drawing/2014/main" id="{4A2A5B95-D87F-2530-D4E7-5F4F2A0DD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1870" y="2459240"/>
                <a:ext cx="341313" cy="381000"/>
              </a:xfrm>
              <a:prstGeom prst="rect">
                <a:avLst/>
              </a:prstGeom>
              <a:blipFill>
                <a:blip r:embed="rId10"/>
                <a:stretch>
                  <a:fillRect b="-47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21">
            <a:extLst>
              <a:ext uri="{FF2B5EF4-FFF2-40B4-BE49-F238E27FC236}">
                <a16:creationId xmlns:a16="http://schemas.microsoft.com/office/drawing/2014/main" id="{8996578B-F395-D5DB-D881-8648BFAC8850}"/>
              </a:ext>
            </a:extLst>
          </p:cNvPr>
          <p:cNvGrpSpPr>
            <a:grpSpLocks/>
          </p:cNvGrpSpPr>
          <p:nvPr/>
        </p:nvGrpSpPr>
        <p:grpSpPr bwMode="auto">
          <a:xfrm>
            <a:off x="8719783" y="2939459"/>
            <a:ext cx="838200" cy="457200"/>
            <a:chOff x="4464" y="864"/>
            <a:chExt cx="528" cy="288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D0C18C6-90EE-F1A4-21A0-23ECA44F7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864"/>
              <a:ext cx="240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6BD33228-9998-D290-6B2E-18F6D7364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864"/>
              <a:ext cx="288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5A78D8E4-348D-A900-DD58-3F00EC74C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864"/>
              <a:ext cx="0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267E9578-CD66-D778-4516-9B2D2F3CBEA8}"/>
                  </a:ext>
                </a:extLst>
              </p:cNvPr>
              <p:cNvSpPr txBox="1"/>
              <p:nvPr/>
            </p:nvSpPr>
            <p:spPr bwMode="auto">
              <a:xfrm>
                <a:off x="2416299" y="3976865"/>
                <a:ext cx="457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267E9578-CD66-D778-4516-9B2D2F3CB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6299" y="3976865"/>
                <a:ext cx="457200" cy="9271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29073C8D-37CB-FA22-DEF8-7BD3F54E86F9}"/>
                  </a:ext>
                </a:extLst>
              </p:cNvPr>
              <p:cNvSpPr txBox="1"/>
              <p:nvPr/>
            </p:nvSpPr>
            <p:spPr bwMode="auto">
              <a:xfrm>
                <a:off x="2859211" y="4856976"/>
                <a:ext cx="2124075" cy="593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29073C8D-37CB-FA22-DEF8-7BD3F54E8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211" y="4856976"/>
                <a:ext cx="2124075" cy="5937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6">
                <a:extLst>
                  <a:ext uri="{FF2B5EF4-FFF2-40B4-BE49-F238E27FC236}">
                    <a16:creationId xmlns:a16="http://schemas.microsoft.com/office/drawing/2014/main" id="{74D8E552-5D90-1831-9744-51578A70C7F0}"/>
                  </a:ext>
                </a:extLst>
              </p:cNvPr>
              <p:cNvSpPr txBox="1"/>
              <p:nvPr/>
            </p:nvSpPr>
            <p:spPr bwMode="auto">
              <a:xfrm>
                <a:off x="2859211" y="5364339"/>
                <a:ext cx="5051425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=2​(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</m:func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26">
                <a:extLst>
                  <a:ext uri="{FF2B5EF4-FFF2-40B4-BE49-F238E27FC236}">
                    <a16:creationId xmlns:a16="http://schemas.microsoft.com/office/drawing/2014/main" id="{74D8E552-5D90-1831-9744-51578A70C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211" y="5364339"/>
                <a:ext cx="5051425" cy="5207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7">
                <a:extLst>
                  <a:ext uri="{FF2B5EF4-FFF2-40B4-BE49-F238E27FC236}">
                    <a16:creationId xmlns:a16="http://schemas.microsoft.com/office/drawing/2014/main" id="{7E174F59-2FB4-B30F-90EF-DC396643C2E4}"/>
                  </a:ext>
                </a:extLst>
              </p:cNvPr>
              <p:cNvSpPr txBox="1"/>
              <p:nvPr/>
            </p:nvSpPr>
            <p:spPr bwMode="auto">
              <a:xfrm>
                <a:off x="2866117" y="1865832"/>
                <a:ext cx="787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27">
                <a:extLst>
                  <a:ext uri="{FF2B5EF4-FFF2-40B4-BE49-F238E27FC236}">
                    <a16:creationId xmlns:a16="http://schemas.microsoft.com/office/drawing/2014/main" id="{7E174F59-2FB4-B30F-90EF-DC396643C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6117" y="1865832"/>
                <a:ext cx="787400" cy="927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8">
                <a:extLst>
                  <a:ext uri="{FF2B5EF4-FFF2-40B4-BE49-F238E27FC236}">
                    <a16:creationId xmlns:a16="http://schemas.microsoft.com/office/drawing/2014/main" id="{69AD5382-829B-D907-0A01-140A005748C2}"/>
                  </a:ext>
                </a:extLst>
              </p:cNvPr>
              <p:cNvSpPr txBox="1"/>
              <p:nvPr/>
            </p:nvSpPr>
            <p:spPr bwMode="auto">
              <a:xfrm>
                <a:off x="3528183" y="1865832"/>
                <a:ext cx="1358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8">
                <a:extLst>
                  <a:ext uri="{FF2B5EF4-FFF2-40B4-BE49-F238E27FC236}">
                    <a16:creationId xmlns:a16="http://schemas.microsoft.com/office/drawing/2014/main" id="{69AD5382-829B-D907-0A01-140A00574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8183" y="1865832"/>
                <a:ext cx="1358900" cy="927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9">
                <a:extLst>
                  <a:ext uri="{FF2B5EF4-FFF2-40B4-BE49-F238E27FC236}">
                    <a16:creationId xmlns:a16="http://schemas.microsoft.com/office/drawing/2014/main" id="{E50A194B-125C-333D-6879-E202CB8D0927}"/>
                  </a:ext>
                </a:extLst>
              </p:cNvPr>
              <p:cNvSpPr txBox="1"/>
              <p:nvPr/>
            </p:nvSpPr>
            <p:spPr bwMode="auto">
              <a:xfrm>
                <a:off x="4697614" y="2782770"/>
                <a:ext cx="2163763" cy="638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9">
                <a:extLst>
                  <a:ext uri="{FF2B5EF4-FFF2-40B4-BE49-F238E27FC236}">
                    <a16:creationId xmlns:a16="http://schemas.microsoft.com/office/drawing/2014/main" id="{E50A194B-125C-333D-6879-E202CB8D0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7614" y="2782770"/>
                <a:ext cx="2163763" cy="6381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0">
                <a:extLst>
                  <a:ext uri="{FF2B5EF4-FFF2-40B4-BE49-F238E27FC236}">
                    <a16:creationId xmlns:a16="http://schemas.microsoft.com/office/drawing/2014/main" id="{5759125B-DB68-943D-93E1-12864DB5F54A}"/>
                  </a:ext>
                </a:extLst>
              </p:cNvPr>
              <p:cNvSpPr txBox="1"/>
              <p:nvPr/>
            </p:nvSpPr>
            <p:spPr bwMode="auto">
              <a:xfrm>
                <a:off x="2859211" y="3976865"/>
                <a:ext cx="787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30">
                <a:extLst>
                  <a:ext uri="{FF2B5EF4-FFF2-40B4-BE49-F238E27FC236}">
                    <a16:creationId xmlns:a16="http://schemas.microsoft.com/office/drawing/2014/main" id="{5759125B-DB68-943D-93E1-12864DB5F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211" y="3976865"/>
                <a:ext cx="787400" cy="9271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093A5D54-FFF4-8029-6C34-5465CC6616DD}"/>
                  </a:ext>
                </a:extLst>
              </p:cNvPr>
              <p:cNvSpPr txBox="1"/>
              <p:nvPr/>
            </p:nvSpPr>
            <p:spPr bwMode="auto">
              <a:xfrm>
                <a:off x="3528183" y="3976865"/>
                <a:ext cx="1384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093A5D54-FFF4-8029-6C34-5465CC661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8183" y="3976865"/>
                <a:ext cx="1384300" cy="9271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2">
                <a:extLst>
                  <a:ext uri="{FF2B5EF4-FFF2-40B4-BE49-F238E27FC236}">
                    <a16:creationId xmlns:a16="http://schemas.microsoft.com/office/drawing/2014/main" id="{48072FD8-A1D9-D4F2-465D-4274C00A200D}"/>
                  </a:ext>
                </a:extLst>
              </p:cNvPr>
              <p:cNvSpPr txBox="1"/>
              <p:nvPr/>
            </p:nvSpPr>
            <p:spPr bwMode="auto">
              <a:xfrm>
                <a:off x="4671183" y="4855705"/>
                <a:ext cx="1981200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32">
                <a:extLst>
                  <a:ext uri="{FF2B5EF4-FFF2-40B4-BE49-F238E27FC236}">
                    <a16:creationId xmlns:a16="http://schemas.microsoft.com/office/drawing/2014/main" id="{48072FD8-A1D9-D4F2-465D-4274C00A2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183" y="4855705"/>
                <a:ext cx="1981200" cy="5842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4">
                <a:extLst>
                  <a:ext uri="{FF2B5EF4-FFF2-40B4-BE49-F238E27FC236}">
                    <a16:creationId xmlns:a16="http://schemas.microsoft.com/office/drawing/2014/main" id="{61D4A71E-FC43-B08F-B0EA-24F595BEC7A6}"/>
                  </a:ext>
                </a:extLst>
              </p:cNvPr>
              <p:cNvSpPr txBox="1"/>
              <p:nvPr/>
            </p:nvSpPr>
            <p:spPr bwMode="auto">
              <a:xfrm>
                <a:off x="6429578" y="2837696"/>
                <a:ext cx="1320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34">
                <a:extLst>
                  <a:ext uri="{FF2B5EF4-FFF2-40B4-BE49-F238E27FC236}">
                    <a16:creationId xmlns:a16="http://schemas.microsoft.com/office/drawing/2014/main" id="{61D4A71E-FC43-B08F-B0EA-24F595BEC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578" y="2837696"/>
                <a:ext cx="1320800" cy="406400"/>
              </a:xfrm>
              <a:prstGeom prst="rect">
                <a:avLst/>
              </a:prstGeom>
              <a:blipFill>
                <a:blip r:embed="rId20"/>
                <a:stretch>
                  <a:fillRect b="-196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5">
                <a:extLst>
                  <a:ext uri="{FF2B5EF4-FFF2-40B4-BE49-F238E27FC236}">
                    <a16:creationId xmlns:a16="http://schemas.microsoft.com/office/drawing/2014/main" id="{1414673E-B2D3-3BA0-0CE5-683D4AE9728B}"/>
                  </a:ext>
                </a:extLst>
              </p:cNvPr>
              <p:cNvSpPr txBox="1"/>
              <p:nvPr/>
            </p:nvSpPr>
            <p:spPr bwMode="auto">
              <a:xfrm>
                <a:off x="6407274" y="4903965"/>
                <a:ext cx="13335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35">
                <a:extLst>
                  <a:ext uri="{FF2B5EF4-FFF2-40B4-BE49-F238E27FC236}">
                    <a16:creationId xmlns:a16="http://schemas.microsoft.com/office/drawing/2014/main" id="{1414673E-B2D3-3BA0-0CE5-683D4AE97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7274" y="4903965"/>
                <a:ext cx="1333500" cy="5207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24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5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半闭框 70">
            <a:extLst>
              <a:ext uri="{FF2B5EF4-FFF2-40B4-BE49-F238E27FC236}">
                <a16:creationId xmlns:a16="http://schemas.microsoft.com/office/drawing/2014/main" id="{D55566D7-DCB8-14B0-34A6-EF73B498FC57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>
            <a:extLst>
              <a:ext uri="{FF2B5EF4-FFF2-40B4-BE49-F238E27FC236}">
                <a16:creationId xmlns:a16="http://schemas.microsoft.com/office/drawing/2014/main" id="{1E96B16F-60E6-85FC-136A-E422699CDE17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半闭框 72">
            <a:extLst>
              <a:ext uri="{FF2B5EF4-FFF2-40B4-BE49-F238E27FC236}">
                <a16:creationId xmlns:a16="http://schemas.microsoft.com/office/drawing/2014/main" id="{49079F27-6F1E-76E6-6756-7AAA6E3CC086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4" name="半闭框 73">
            <a:extLst>
              <a:ext uri="{FF2B5EF4-FFF2-40B4-BE49-F238E27FC236}">
                <a16:creationId xmlns:a16="http://schemas.microsoft.com/office/drawing/2014/main" id="{1E76D6BF-F7D0-981D-7660-7D9473EEEF7F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074">
            <a:extLst>
              <a:ext uri="{FF2B5EF4-FFF2-40B4-BE49-F238E27FC236}">
                <a16:creationId xmlns:a16="http://schemas.microsoft.com/office/drawing/2014/main" id="{9CC15963-E175-DFA5-885C-F2309611A8FA}"/>
              </a:ext>
            </a:extLst>
          </p:cNvPr>
          <p:cNvSpPr txBox="1">
            <a:spLocks noChangeArrowheads="1"/>
          </p:cNvSpPr>
          <p:nvPr/>
        </p:nvSpPr>
        <p:spPr>
          <a:xfrm>
            <a:off x="1885950" y="937420"/>
            <a:ext cx="2133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3   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076">
                <a:extLst>
                  <a:ext uri="{FF2B5EF4-FFF2-40B4-BE49-F238E27FC236}">
                    <a16:creationId xmlns:a16="http://schemas.microsoft.com/office/drawing/2014/main" id="{384321DA-624A-1393-A653-A52DDE5DA489}"/>
                  </a:ext>
                </a:extLst>
              </p:cNvPr>
              <p:cNvSpPr txBox="1"/>
              <p:nvPr/>
            </p:nvSpPr>
            <p:spPr bwMode="auto">
              <a:xfrm>
                <a:off x="3211368" y="890324"/>
                <a:ext cx="2590799" cy="412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3076">
                <a:extLst>
                  <a:ext uri="{FF2B5EF4-FFF2-40B4-BE49-F238E27FC236}">
                    <a16:creationId xmlns:a16="http://schemas.microsoft.com/office/drawing/2014/main" id="{384321DA-624A-1393-A653-A52DDE5DA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8" y="890324"/>
                <a:ext cx="2590799" cy="412750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078">
                <a:extLst>
                  <a:ext uri="{FF2B5EF4-FFF2-40B4-BE49-F238E27FC236}">
                    <a16:creationId xmlns:a16="http://schemas.microsoft.com/office/drawing/2014/main" id="{B1DA7873-86B1-43D1-2A26-908D8058EB4D}"/>
                  </a:ext>
                </a:extLst>
              </p:cNvPr>
              <p:cNvSpPr txBox="1"/>
              <p:nvPr/>
            </p:nvSpPr>
            <p:spPr bwMode="auto">
              <a:xfrm>
                <a:off x="9617076" y="687649"/>
                <a:ext cx="698501" cy="922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" name="Object 3078">
                <a:extLst>
                  <a:ext uri="{FF2B5EF4-FFF2-40B4-BE49-F238E27FC236}">
                    <a16:creationId xmlns:a16="http://schemas.microsoft.com/office/drawing/2014/main" id="{B1DA7873-86B1-43D1-2A26-908D8058E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17076" y="687649"/>
                <a:ext cx="698501" cy="9223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081">
                <a:extLst>
                  <a:ext uri="{FF2B5EF4-FFF2-40B4-BE49-F238E27FC236}">
                    <a16:creationId xmlns:a16="http://schemas.microsoft.com/office/drawing/2014/main" id="{02DBFB6C-1B73-CE82-2D2C-787AB7C2B02C}"/>
                  </a:ext>
                </a:extLst>
              </p:cNvPr>
              <p:cNvSpPr txBox="1"/>
              <p:nvPr/>
            </p:nvSpPr>
            <p:spPr bwMode="auto">
              <a:xfrm>
                <a:off x="8958773" y="1854634"/>
                <a:ext cx="298296" cy="437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" name="Object 3081">
                <a:extLst>
                  <a:ext uri="{FF2B5EF4-FFF2-40B4-BE49-F238E27FC236}">
                    <a16:creationId xmlns:a16="http://schemas.microsoft.com/office/drawing/2014/main" id="{02DBFB6C-1B73-CE82-2D2C-787AB7C2B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58773" y="1854634"/>
                <a:ext cx="298296" cy="4373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082">
            <a:extLst>
              <a:ext uri="{FF2B5EF4-FFF2-40B4-BE49-F238E27FC236}">
                <a16:creationId xmlns:a16="http://schemas.microsoft.com/office/drawing/2014/main" id="{1DD62FB8-0368-8241-C96F-CF3A52A11B9F}"/>
              </a:ext>
            </a:extLst>
          </p:cNvPr>
          <p:cNvGrpSpPr>
            <a:grpSpLocks/>
          </p:cNvGrpSpPr>
          <p:nvPr/>
        </p:nvGrpSpPr>
        <p:grpSpPr bwMode="auto">
          <a:xfrm>
            <a:off x="8668186" y="2334989"/>
            <a:ext cx="914400" cy="297802"/>
            <a:chOff x="4464" y="1200"/>
            <a:chExt cx="576" cy="240"/>
          </a:xfrm>
        </p:grpSpPr>
        <p:grpSp>
          <p:nvGrpSpPr>
            <p:cNvPr id="7" name="Group 3083">
              <a:extLst>
                <a:ext uri="{FF2B5EF4-FFF2-40B4-BE49-F238E27FC236}">
                  <a16:creationId xmlns:a16="http://schemas.microsoft.com/office/drawing/2014/main" id="{CB97F349-496A-2104-FDAC-BE0E11414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1200"/>
              <a:ext cx="288" cy="240"/>
              <a:chOff x="4464" y="1200"/>
              <a:chExt cx="288" cy="240"/>
            </a:xfrm>
          </p:grpSpPr>
          <p:sp>
            <p:nvSpPr>
              <p:cNvPr id="9" name="Line 3084">
                <a:extLst>
                  <a:ext uri="{FF2B5EF4-FFF2-40B4-BE49-F238E27FC236}">
                    <a16:creationId xmlns:a16="http://schemas.microsoft.com/office/drawing/2014/main" id="{DAE3A346-E027-81D4-5FF6-BEFB3A8A5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10" name="Line 3085">
                <a:extLst>
                  <a:ext uri="{FF2B5EF4-FFF2-40B4-BE49-F238E27FC236}">
                    <a16:creationId xmlns:a16="http://schemas.microsoft.com/office/drawing/2014/main" id="{8B491CE9-61B9-8A8F-118D-2BA8EB3D5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1200"/>
                <a:ext cx="288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  <p:sp>
          <p:nvSpPr>
            <p:cNvPr id="8" name="Line 3086">
              <a:extLst>
                <a:ext uri="{FF2B5EF4-FFF2-40B4-BE49-F238E27FC236}">
                  <a16:creationId xmlns:a16="http://schemas.microsoft.com/office/drawing/2014/main" id="{651760BC-2891-6554-73EC-D3D93B4FC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200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087">
                <a:extLst>
                  <a:ext uri="{FF2B5EF4-FFF2-40B4-BE49-F238E27FC236}">
                    <a16:creationId xmlns:a16="http://schemas.microsoft.com/office/drawing/2014/main" id="{ABBECFD0-9802-CD95-882A-7C12CE3B81AC}"/>
                  </a:ext>
                </a:extLst>
              </p:cNvPr>
              <p:cNvSpPr txBox="1"/>
              <p:nvPr/>
            </p:nvSpPr>
            <p:spPr bwMode="auto">
              <a:xfrm>
                <a:off x="8365906" y="2448098"/>
                <a:ext cx="1206500" cy="355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3087">
                <a:extLst>
                  <a:ext uri="{FF2B5EF4-FFF2-40B4-BE49-F238E27FC236}">
                    <a16:creationId xmlns:a16="http://schemas.microsoft.com/office/drawing/2014/main" id="{ABBECFD0-9802-CD95-882A-7C12CE3B8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5906" y="2448098"/>
                <a:ext cx="1206500" cy="355600"/>
              </a:xfrm>
              <a:prstGeom prst="rect">
                <a:avLst/>
              </a:prstGeom>
              <a:blipFill>
                <a:blip r:embed="rId6"/>
                <a:stretch>
                  <a:fillRect r="-12626" b="-258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3096">
            <a:extLst>
              <a:ext uri="{FF2B5EF4-FFF2-40B4-BE49-F238E27FC236}">
                <a16:creationId xmlns:a16="http://schemas.microsoft.com/office/drawing/2014/main" id="{CFAA3683-1A7A-8773-877A-29874280C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4507" y="2951336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3" name="Line 3097">
            <a:extLst>
              <a:ext uri="{FF2B5EF4-FFF2-40B4-BE49-F238E27FC236}">
                <a16:creationId xmlns:a16="http://schemas.microsoft.com/office/drawing/2014/main" id="{7A828A96-15E9-6F47-3DFD-34F8A5630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6007" y="2951336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098">
                <a:extLst>
                  <a:ext uri="{FF2B5EF4-FFF2-40B4-BE49-F238E27FC236}">
                    <a16:creationId xmlns:a16="http://schemas.microsoft.com/office/drawing/2014/main" id="{E1CACEC4-CCA9-EAFF-7C11-DF1CD76A68B0}"/>
                  </a:ext>
                </a:extLst>
              </p:cNvPr>
              <p:cNvSpPr txBox="1"/>
              <p:nvPr/>
            </p:nvSpPr>
            <p:spPr bwMode="auto">
              <a:xfrm>
                <a:off x="8976165" y="3195017"/>
                <a:ext cx="26351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4" name="Object 3098">
                <a:extLst>
                  <a:ext uri="{FF2B5EF4-FFF2-40B4-BE49-F238E27FC236}">
                    <a16:creationId xmlns:a16="http://schemas.microsoft.com/office/drawing/2014/main" id="{E1CACEC4-CCA9-EAFF-7C11-DF1CD76A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6165" y="3195017"/>
                <a:ext cx="263513" cy="444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099">
                <a:extLst>
                  <a:ext uri="{FF2B5EF4-FFF2-40B4-BE49-F238E27FC236}">
                    <a16:creationId xmlns:a16="http://schemas.microsoft.com/office/drawing/2014/main" id="{D3542E6D-28BE-761B-6F9E-A17DB839B5C5}"/>
                  </a:ext>
                </a:extLst>
              </p:cNvPr>
              <p:cNvSpPr txBox="1"/>
              <p:nvPr/>
            </p:nvSpPr>
            <p:spPr bwMode="auto">
              <a:xfrm>
                <a:off x="8404665" y="3195016"/>
                <a:ext cx="263521" cy="522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5" name="Object 3099">
                <a:extLst>
                  <a:ext uri="{FF2B5EF4-FFF2-40B4-BE49-F238E27FC236}">
                    <a16:creationId xmlns:a16="http://schemas.microsoft.com/office/drawing/2014/main" id="{D3542E6D-28BE-761B-6F9E-A17DB839B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4665" y="3195016"/>
                <a:ext cx="263521" cy="5222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100">
                <a:extLst>
                  <a:ext uri="{FF2B5EF4-FFF2-40B4-BE49-F238E27FC236}">
                    <a16:creationId xmlns:a16="http://schemas.microsoft.com/office/drawing/2014/main" id="{F5084D15-8457-BF66-F12C-A9F4C59BAF13}"/>
                  </a:ext>
                </a:extLst>
              </p:cNvPr>
              <p:cNvSpPr txBox="1"/>
              <p:nvPr/>
            </p:nvSpPr>
            <p:spPr bwMode="auto">
              <a:xfrm>
                <a:off x="2838449" y="1680133"/>
                <a:ext cx="419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3100">
                <a:extLst>
                  <a:ext uri="{FF2B5EF4-FFF2-40B4-BE49-F238E27FC236}">
                    <a16:creationId xmlns:a16="http://schemas.microsoft.com/office/drawing/2014/main" id="{F5084D15-8457-BF66-F12C-A9F4C59BA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449" y="1680133"/>
                <a:ext cx="419100" cy="927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101">
                <a:extLst>
                  <a:ext uri="{FF2B5EF4-FFF2-40B4-BE49-F238E27FC236}">
                    <a16:creationId xmlns:a16="http://schemas.microsoft.com/office/drawing/2014/main" id="{7F5FF54A-F3B9-4B6A-4233-5A63D3FD049C}"/>
                  </a:ext>
                </a:extLst>
              </p:cNvPr>
              <p:cNvSpPr txBox="1"/>
              <p:nvPr/>
            </p:nvSpPr>
            <p:spPr bwMode="auto">
              <a:xfrm>
                <a:off x="3211369" y="2580785"/>
                <a:ext cx="8636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3101">
                <a:extLst>
                  <a:ext uri="{FF2B5EF4-FFF2-40B4-BE49-F238E27FC236}">
                    <a16:creationId xmlns:a16="http://schemas.microsoft.com/office/drawing/2014/main" id="{7F5FF54A-F3B9-4B6A-4233-5A63D3FD0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9" y="2580785"/>
                <a:ext cx="863600" cy="520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102">
                <a:extLst>
                  <a:ext uri="{FF2B5EF4-FFF2-40B4-BE49-F238E27FC236}">
                    <a16:creationId xmlns:a16="http://schemas.microsoft.com/office/drawing/2014/main" id="{45673C26-16F9-D997-5CB4-C58A3B90F1DB}"/>
                  </a:ext>
                </a:extLst>
              </p:cNvPr>
              <p:cNvSpPr txBox="1"/>
              <p:nvPr/>
            </p:nvSpPr>
            <p:spPr bwMode="auto">
              <a:xfrm>
                <a:off x="3211369" y="3096739"/>
                <a:ext cx="3300413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102">
                <a:extLst>
                  <a:ext uri="{FF2B5EF4-FFF2-40B4-BE49-F238E27FC236}">
                    <a16:creationId xmlns:a16="http://schemas.microsoft.com/office/drawing/2014/main" id="{45673C26-16F9-D997-5CB4-C58A3B90F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9" y="3096739"/>
                <a:ext cx="3300413" cy="469900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104">
                <a:extLst>
                  <a:ext uri="{FF2B5EF4-FFF2-40B4-BE49-F238E27FC236}">
                    <a16:creationId xmlns:a16="http://schemas.microsoft.com/office/drawing/2014/main" id="{975A5142-A628-FBE0-721D-56F7E795312D}"/>
                  </a:ext>
                </a:extLst>
              </p:cNvPr>
              <p:cNvSpPr txBox="1"/>
              <p:nvPr/>
            </p:nvSpPr>
            <p:spPr bwMode="auto">
              <a:xfrm>
                <a:off x="3211368" y="1680133"/>
                <a:ext cx="144260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3104">
                <a:extLst>
                  <a:ext uri="{FF2B5EF4-FFF2-40B4-BE49-F238E27FC236}">
                    <a16:creationId xmlns:a16="http://schemas.microsoft.com/office/drawing/2014/main" id="{975A5142-A628-FBE0-721D-56F7E7953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8" y="1680133"/>
                <a:ext cx="1442604" cy="927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105">
                <a:extLst>
                  <a:ext uri="{FF2B5EF4-FFF2-40B4-BE49-F238E27FC236}">
                    <a16:creationId xmlns:a16="http://schemas.microsoft.com/office/drawing/2014/main" id="{EA8E6B4B-98E6-F5F1-0494-427B416E215B}"/>
                  </a:ext>
                </a:extLst>
              </p:cNvPr>
              <p:cNvSpPr txBox="1"/>
              <p:nvPr/>
            </p:nvSpPr>
            <p:spPr bwMode="auto">
              <a:xfrm>
                <a:off x="4401879" y="1679816"/>
                <a:ext cx="140017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105">
                <a:extLst>
                  <a:ext uri="{FF2B5EF4-FFF2-40B4-BE49-F238E27FC236}">
                    <a16:creationId xmlns:a16="http://schemas.microsoft.com/office/drawing/2014/main" id="{EA8E6B4B-98E6-F5F1-0494-427B416E2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1879" y="1679816"/>
                <a:ext cx="1400174" cy="9271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106">
                <a:extLst>
                  <a:ext uri="{FF2B5EF4-FFF2-40B4-BE49-F238E27FC236}">
                    <a16:creationId xmlns:a16="http://schemas.microsoft.com/office/drawing/2014/main" id="{D539E227-3D3D-DBD1-E760-9650446D1593}"/>
                  </a:ext>
                </a:extLst>
              </p:cNvPr>
              <p:cNvSpPr txBox="1"/>
              <p:nvPr/>
            </p:nvSpPr>
            <p:spPr bwMode="auto">
              <a:xfrm>
                <a:off x="5536623" y="1679815"/>
                <a:ext cx="698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3106">
                <a:extLst>
                  <a:ext uri="{FF2B5EF4-FFF2-40B4-BE49-F238E27FC236}">
                    <a16:creationId xmlns:a16="http://schemas.microsoft.com/office/drawing/2014/main" id="{D539E227-3D3D-DBD1-E760-9650446D1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6623" y="1679815"/>
                <a:ext cx="698500" cy="927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107">
            <a:extLst>
              <a:ext uri="{FF2B5EF4-FFF2-40B4-BE49-F238E27FC236}">
                <a16:creationId xmlns:a16="http://schemas.microsoft.com/office/drawing/2014/main" id="{A42B86AF-EE00-3DC6-5280-483CE3B9B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27" y="909250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求全导数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108">
                <a:extLst>
                  <a:ext uri="{FF2B5EF4-FFF2-40B4-BE49-F238E27FC236}">
                    <a16:creationId xmlns:a16="http://schemas.microsoft.com/office/drawing/2014/main" id="{4E15F36C-CBCA-B5A3-3096-A22528C8BA08}"/>
                  </a:ext>
                </a:extLst>
              </p:cNvPr>
              <p:cNvSpPr txBox="1"/>
              <p:nvPr/>
            </p:nvSpPr>
            <p:spPr bwMode="auto">
              <a:xfrm>
                <a:off x="5527271" y="890007"/>
                <a:ext cx="1295400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𝑡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3" name="Object 3108">
                <a:extLst>
                  <a:ext uri="{FF2B5EF4-FFF2-40B4-BE49-F238E27FC236}">
                    <a16:creationId xmlns:a16="http://schemas.microsoft.com/office/drawing/2014/main" id="{4E15F36C-CBCA-B5A3-3096-A22528C8B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7271" y="890007"/>
                <a:ext cx="1295400" cy="5286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109">
                <a:extLst>
                  <a:ext uri="{FF2B5EF4-FFF2-40B4-BE49-F238E27FC236}">
                    <a16:creationId xmlns:a16="http://schemas.microsoft.com/office/drawing/2014/main" id="{7296C640-253D-5CBE-367D-F8D3D258117A}"/>
                  </a:ext>
                </a:extLst>
              </p:cNvPr>
              <p:cNvSpPr txBox="1"/>
              <p:nvPr/>
            </p:nvSpPr>
            <p:spPr bwMode="auto">
              <a:xfrm>
                <a:off x="6637771" y="891923"/>
                <a:ext cx="1708150" cy="358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4" name="Object 3109">
                <a:extLst>
                  <a:ext uri="{FF2B5EF4-FFF2-40B4-BE49-F238E27FC236}">
                    <a16:creationId xmlns:a16="http://schemas.microsoft.com/office/drawing/2014/main" id="{7296C640-253D-5CBE-367D-F8D3D2581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7771" y="891923"/>
                <a:ext cx="1708150" cy="358775"/>
              </a:xfrm>
              <a:prstGeom prst="rect">
                <a:avLst/>
              </a:prstGeom>
              <a:blipFill>
                <a:blip r:embed="rId16"/>
                <a:stretch>
                  <a:fillRect b="-254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3110">
            <a:extLst>
              <a:ext uri="{FF2B5EF4-FFF2-40B4-BE49-F238E27FC236}">
                <a16:creationId xmlns:a16="http://schemas.microsoft.com/office/drawing/2014/main" id="{BE01B6A9-0F92-9CF7-A36D-CE3AFA5F2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80447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111">
                <a:extLst>
                  <a:ext uri="{FF2B5EF4-FFF2-40B4-BE49-F238E27FC236}">
                    <a16:creationId xmlns:a16="http://schemas.microsoft.com/office/drawing/2014/main" id="{5FAB783C-8288-246E-3D3F-4EDCD27DF3DF}"/>
                  </a:ext>
                </a:extLst>
              </p:cNvPr>
              <p:cNvSpPr txBox="1"/>
              <p:nvPr/>
            </p:nvSpPr>
            <p:spPr bwMode="auto">
              <a:xfrm>
                <a:off x="3919970" y="2579693"/>
                <a:ext cx="1130300" cy="33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3111">
                <a:extLst>
                  <a:ext uri="{FF2B5EF4-FFF2-40B4-BE49-F238E27FC236}">
                    <a16:creationId xmlns:a16="http://schemas.microsoft.com/office/drawing/2014/main" id="{5FAB783C-8288-246E-3D3F-4EDCD27DF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9970" y="2579693"/>
                <a:ext cx="1130300" cy="330200"/>
              </a:xfrm>
              <a:prstGeom prst="rect">
                <a:avLst/>
              </a:prstGeom>
              <a:blipFill>
                <a:blip r:embed="rId17"/>
                <a:stretch>
                  <a:fillRect b="-259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112">
                <a:extLst>
                  <a:ext uri="{FF2B5EF4-FFF2-40B4-BE49-F238E27FC236}">
                    <a16:creationId xmlns:a16="http://schemas.microsoft.com/office/drawing/2014/main" id="{8142AAB9-FA0F-C826-CD9D-4B98EB493C68}"/>
                  </a:ext>
                </a:extLst>
              </p:cNvPr>
              <p:cNvSpPr txBox="1"/>
              <p:nvPr/>
            </p:nvSpPr>
            <p:spPr bwMode="auto">
              <a:xfrm>
                <a:off x="4892674" y="2581200"/>
                <a:ext cx="952500" cy="279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3112">
                <a:extLst>
                  <a:ext uri="{FF2B5EF4-FFF2-40B4-BE49-F238E27FC236}">
                    <a16:creationId xmlns:a16="http://schemas.microsoft.com/office/drawing/2014/main" id="{8142AAB9-FA0F-C826-CD9D-4B98EB493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2674" y="2581200"/>
                <a:ext cx="952500" cy="279400"/>
              </a:xfrm>
              <a:prstGeom prst="rect">
                <a:avLst/>
              </a:prstGeom>
              <a:blipFill>
                <a:blip r:embed="rId18"/>
                <a:stretch>
                  <a:fillRect r="-3205" b="-5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3114">
            <a:extLst>
              <a:ext uri="{FF2B5EF4-FFF2-40B4-BE49-F238E27FC236}">
                <a16:creationId xmlns:a16="http://schemas.microsoft.com/office/drawing/2014/main" id="{8BA5A812-59BC-6B2A-FF11-045DA5364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921" y="1813098"/>
            <a:ext cx="1524000" cy="19812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885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文框 25">
            <a:extLst>
              <a:ext uri="{FF2B5EF4-FFF2-40B4-BE49-F238E27FC236}">
                <a16:creationId xmlns:a16="http://schemas.microsoft.com/office/drawing/2014/main" id="{4DC9232C-75E0-75C5-9062-29C03D5EB171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1D3947-DE1F-3E3C-D9E9-063EBF9188D0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3113">
            <a:extLst>
              <a:ext uri="{FF2B5EF4-FFF2-40B4-BE49-F238E27FC236}">
                <a16:creationId xmlns:a16="http://schemas.microsoft.com/office/drawing/2014/main" id="{C1DE6556-AC19-D504-BE80-EA7BE72A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045" y="960727"/>
            <a:ext cx="95205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多元抽象复合函数求导在偏微分方程变形与验证解的问题中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124">
                <a:extLst>
                  <a:ext uri="{FF2B5EF4-FFF2-40B4-BE49-F238E27FC236}">
                    <a16:creationId xmlns:a16="http://schemas.microsoft.com/office/drawing/2014/main" id="{79A8E260-A889-2BFB-DC6A-6E72950D8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0045" y="1723333"/>
                <a:ext cx="169469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经常遇到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endParaRPr kumimoji="1" lang="en-US" altLang="zh-CN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Text Box 3124">
                <a:extLst>
                  <a:ext uri="{FF2B5EF4-FFF2-40B4-BE49-F238E27FC236}">
                    <a16:creationId xmlns:a16="http://schemas.microsoft.com/office/drawing/2014/main" id="{79A8E260-A889-2BFB-DC6A-6E72950D8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0045" y="1723333"/>
                <a:ext cx="1694695" cy="523220"/>
              </a:xfrm>
              <a:prstGeom prst="rect">
                <a:avLst/>
              </a:prstGeom>
              <a:blipFill>
                <a:blip r:embed="rId2"/>
                <a:stretch>
                  <a:fillRect l="-7194" t="-15116" r="-2158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3125">
            <a:extLst>
              <a:ext uri="{FF2B5EF4-FFF2-40B4-BE49-F238E27FC236}">
                <a16:creationId xmlns:a16="http://schemas.microsoft.com/office/drawing/2014/main" id="{62CFC166-68C1-AD7E-AFB5-377A5A093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710" y="1727440"/>
            <a:ext cx="77251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下列两个例题有助于掌握这方面问题的求导技巧</a:t>
            </a:r>
          </a:p>
        </p:txBody>
      </p:sp>
      <p:sp>
        <p:nvSpPr>
          <p:cNvPr id="5" name="Text Box 3126">
            <a:extLst>
              <a:ext uri="{FF2B5EF4-FFF2-40B4-BE49-F238E27FC236}">
                <a16:creationId xmlns:a16="http://schemas.microsoft.com/office/drawing/2014/main" id="{0BCBF52B-CA24-FFA2-8FA0-8944C5BE9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045" y="2398206"/>
            <a:ext cx="2877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与常用导数符号</a:t>
            </a: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44">
                <a:extLst>
                  <a:ext uri="{FF2B5EF4-FFF2-40B4-BE49-F238E27FC236}">
                    <a16:creationId xmlns:a16="http://schemas.microsoft.com/office/drawing/2014/main" id="{7335EFF9-C711-9FCC-AE54-A7BA7EDC92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4989" y="2398206"/>
                <a:ext cx="6019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rPr>
                  <a:t>为表达简便起见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rPr>
                  <a:t>引入以下记号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7" name="Text Box 144">
                <a:extLst>
                  <a:ext uri="{FF2B5EF4-FFF2-40B4-BE49-F238E27FC236}">
                    <a16:creationId xmlns:a16="http://schemas.microsoft.com/office/drawing/2014/main" id="{7335EFF9-C711-9FCC-AE54-A7BA7EDC9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4989" y="2398206"/>
                <a:ext cx="6019800" cy="523220"/>
              </a:xfrm>
              <a:prstGeom prst="rect">
                <a:avLst/>
              </a:prstGeom>
              <a:blipFill>
                <a:blip r:embed="rId3"/>
                <a:stretch>
                  <a:fillRect l="-2024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53">
            <a:extLst>
              <a:ext uri="{FF2B5EF4-FFF2-40B4-BE49-F238E27FC236}">
                <a16:creationId xmlns:a16="http://schemas.microsoft.com/office/drawing/2014/main" id="{8C913396-83FC-19AA-CDF1-F507F065D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045" y="5318650"/>
            <a:ext cx="1479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</a:rPr>
              <a:t>同理有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F0B6BB62-28CE-0BDF-80FC-B930DC3CCDF9}"/>
                  </a:ext>
                </a:extLst>
              </p:cNvPr>
              <p:cNvSpPr txBox="1"/>
              <p:nvPr/>
            </p:nvSpPr>
            <p:spPr>
              <a:xfrm>
                <a:off x="2465691" y="3098929"/>
                <a:ext cx="7002159" cy="66954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 b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sub>
                      </m:sSub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 ,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) , 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𝑢𝑣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), 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  <a:p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F0B6BB62-28CE-0BDF-80FC-B930DC3CC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691" y="3098929"/>
                <a:ext cx="7002159" cy="6695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13A99859-E48F-2217-02C6-8BCE81548E0A}"/>
                  </a:ext>
                </a:extLst>
              </p:cNvPr>
              <p:cNvSpPr txBox="1"/>
              <p:nvPr/>
            </p:nvSpPr>
            <p:spPr>
              <a:xfrm>
                <a:off x="1750045" y="3973508"/>
                <a:ext cx="7325012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这里下标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1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表示对第一个自变量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求偏导数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13A99859-E48F-2217-02C6-8BCE81548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045" y="3973508"/>
                <a:ext cx="7325012" cy="406400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B9891F65-1524-1ED6-BD18-16AA192CF08C}"/>
                  </a:ext>
                </a:extLst>
              </p:cNvPr>
              <p:cNvSpPr txBox="1"/>
              <p:nvPr/>
            </p:nvSpPr>
            <p:spPr>
              <a:xfrm>
                <a:off x="2461140" y="4626549"/>
                <a:ext cx="6879137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下标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2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表示对第二个自变量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求偏导数．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B9891F65-1524-1ED6-BD18-16AA192CF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140" y="4626549"/>
                <a:ext cx="6879137" cy="406400"/>
              </a:xfrm>
              <a:prstGeom prst="rect">
                <a:avLst/>
              </a:prstGeom>
              <a:blipFill>
                <a:blip r:embed="rId6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32C02C43-8A32-2D42-2334-48EFA8A35D71}"/>
                  </a:ext>
                </a:extLst>
              </p:cNvPr>
              <p:cNvSpPr txBox="1"/>
              <p:nvPr/>
            </p:nvSpPr>
            <p:spPr>
              <a:xfrm>
                <a:off x="3353001" y="5318650"/>
                <a:ext cx="2192121" cy="68704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 b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′′</m:t>
                          </m:r>
                        </m:sup>
                      </m:sSubSup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32C02C43-8A32-2D42-2334-48EFA8A35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001" y="5318650"/>
                <a:ext cx="2192121" cy="6870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4220C9-EA0D-7020-8CB0-7C5C6EFAB179}"/>
              </a:ext>
            </a:extLst>
          </p:cNvPr>
          <p:cNvGrpSpPr/>
          <p:nvPr/>
        </p:nvGrpSpPr>
        <p:grpSpPr>
          <a:xfrm>
            <a:off x="1137270" y="928510"/>
            <a:ext cx="612775" cy="612775"/>
            <a:chOff x="1601" y="872"/>
            <a:chExt cx="965" cy="96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E4AACEF-A282-0A95-E076-143682E00085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6F2E6E6-0554-FF7B-0714-171D1845F966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625517E-7AA0-BC9A-B786-094160E72707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34873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38EE6D5-9E44-7FB3-6AF6-B0646EA1D20A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38EE6D5-9E44-7FB3-6AF6-B0646EA1D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半闭框 98">
            <a:extLst>
              <a:ext uri="{FF2B5EF4-FFF2-40B4-BE49-F238E27FC236}">
                <a16:creationId xmlns:a16="http://schemas.microsoft.com/office/drawing/2014/main" id="{7ACB79A3-FA44-5682-29C0-5268F53E7361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0" name="半闭框 99">
            <a:extLst>
              <a:ext uri="{FF2B5EF4-FFF2-40B4-BE49-F238E27FC236}">
                <a16:creationId xmlns:a16="http://schemas.microsoft.com/office/drawing/2014/main" id="{05187771-C399-9797-B176-4ACAC2AADC8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1" name="半闭框 100">
            <a:extLst>
              <a:ext uri="{FF2B5EF4-FFF2-40B4-BE49-F238E27FC236}">
                <a16:creationId xmlns:a16="http://schemas.microsoft.com/office/drawing/2014/main" id="{A7AFFE47-DEB1-CB25-49FE-5DD002D680C9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02" name="半闭框 101">
            <a:extLst>
              <a:ext uri="{FF2B5EF4-FFF2-40B4-BE49-F238E27FC236}">
                <a16:creationId xmlns:a16="http://schemas.microsoft.com/office/drawing/2014/main" id="{B8582E4A-D6C6-B769-3C5B-578CDCE2895F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Line 72">
            <a:extLst>
              <a:ext uri="{FF2B5EF4-FFF2-40B4-BE49-F238E27FC236}">
                <a16:creationId xmlns:a16="http://schemas.microsoft.com/office/drawing/2014/main" id="{3541F789-3D3B-73A0-2ADE-B38B30241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5473158"/>
            <a:ext cx="6705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1">
                <a:extLst>
                  <a:ext uri="{FF2B5EF4-FFF2-40B4-BE49-F238E27FC236}">
                    <a16:creationId xmlns:a16="http://schemas.microsoft.com/office/drawing/2014/main" id="{053C9F5E-445F-C21C-00FF-B3DF5C14BF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0800" y="5705042"/>
                <a:ext cx="2827852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为简便起见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引入记号</a:t>
                </a:r>
              </a:p>
            </p:txBody>
          </p:sp>
        </mc:Choice>
        <mc:Fallback xmlns="">
          <p:sp>
            <p:nvSpPr>
              <p:cNvPr id="3" name="Text Box 11">
                <a:extLst>
                  <a:ext uri="{FF2B5EF4-FFF2-40B4-BE49-F238E27FC236}">
                    <a16:creationId xmlns:a16="http://schemas.microsoft.com/office/drawing/2014/main" id="{053C9F5E-445F-C21C-00FF-B3DF5C14B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5705042"/>
                <a:ext cx="2827852" cy="430887"/>
              </a:xfrm>
              <a:prstGeom prst="rect">
                <a:avLst/>
              </a:prstGeom>
              <a:blipFill>
                <a:blip r:embed="rId3"/>
                <a:stretch>
                  <a:fillRect l="-2802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2">
                <a:extLst>
                  <a:ext uri="{FF2B5EF4-FFF2-40B4-BE49-F238E27FC236}">
                    <a16:creationId xmlns:a16="http://schemas.microsoft.com/office/drawing/2014/main" id="{3E4E8169-1CE3-F21F-F208-7BA0557F9213}"/>
                  </a:ext>
                </a:extLst>
              </p:cNvPr>
              <p:cNvSpPr txBox="1"/>
              <p:nvPr/>
            </p:nvSpPr>
            <p:spPr bwMode="auto">
              <a:xfrm>
                <a:off x="5274541" y="5443493"/>
                <a:ext cx="3907559" cy="871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,  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, ⋯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" name="Object 12">
                <a:extLst>
                  <a:ext uri="{FF2B5EF4-FFF2-40B4-BE49-F238E27FC236}">
                    <a16:creationId xmlns:a16="http://schemas.microsoft.com/office/drawing/2014/main" id="{3E4E8169-1CE3-F21F-F208-7BA0557F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4541" y="5443493"/>
                <a:ext cx="3907559" cy="8710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5">
                <a:extLst>
                  <a:ext uri="{FF2B5EF4-FFF2-40B4-BE49-F238E27FC236}">
                    <a16:creationId xmlns:a16="http://schemas.microsoft.com/office/drawing/2014/main" id="{CDBB17C4-4F2C-A30C-582C-846E98AFA5FD}"/>
                  </a:ext>
                </a:extLst>
              </p:cNvPr>
              <p:cNvSpPr txBox="1"/>
              <p:nvPr/>
            </p:nvSpPr>
            <p:spPr bwMode="auto">
              <a:xfrm>
                <a:off x="3187947" y="4258506"/>
                <a:ext cx="275287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𝑥𝑦𝑧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" name="Object 15">
                <a:extLst>
                  <a:ext uri="{FF2B5EF4-FFF2-40B4-BE49-F238E27FC236}">
                    <a16:creationId xmlns:a16="http://schemas.microsoft.com/office/drawing/2014/main" id="{CDBB17C4-4F2C-A30C-582C-846E98AF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7947" y="4258506"/>
                <a:ext cx="2752878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61">
            <a:extLst>
              <a:ext uri="{FF2B5EF4-FFF2-40B4-BE49-F238E27FC236}">
                <a16:creationId xmlns:a16="http://schemas.microsoft.com/office/drawing/2014/main" id="{C22ED97D-7BF3-2960-5F64-8A98BE08F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3062" y="4776053"/>
            <a:ext cx="215662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7" name="Line 62">
            <a:extLst>
              <a:ext uri="{FF2B5EF4-FFF2-40B4-BE49-F238E27FC236}">
                <a16:creationId xmlns:a16="http://schemas.microsoft.com/office/drawing/2014/main" id="{ECB5CB93-6B2C-2640-430D-41DA1EE0F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8207" y="4874042"/>
            <a:ext cx="2667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352C011F-674C-8766-4839-3CECBDD44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461" y="1707036"/>
            <a:ext cx="2590800" cy="2321136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B912881-0640-AB93-0B68-285FAB65BF2D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850901"/>
            <a:ext cx="1905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4  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486AD701-97CC-781A-6D4E-3EE344D558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0188" y="869342"/>
                <a:ext cx="3810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𝑓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具有二阶连续偏导数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486AD701-97CC-781A-6D4E-3EE344D55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0188" y="869342"/>
                <a:ext cx="3810000" cy="519113"/>
              </a:xfrm>
              <a:prstGeom prst="rect">
                <a:avLst/>
              </a:prstGeom>
              <a:blipFill>
                <a:blip r:embed="rId6"/>
                <a:stretch>
                  <a:fillRect t="-15294" r="-2240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6E1FD1A6-3F59-77D0-FFAE-03403332B4B5}"/>
                  </a:ext>
                </a:extLst>
              </p:cNvPr>
              <p:cNvSpPr txBox="1"/>
              <p:nvPr/>
            </p:nvSpPr>
            <p:spPr bwMode="auto">
              <a:xfrm>
                <a:off x="3111898" y="844062"/>
                <a:ext cx="3621088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𝑥𝑦𝑧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6E1FD1A6-3F59-77D0-FFAE-03403332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1898" y="844062"/>
                <a:ext cx="3621088" cy="406400"/>
              </a:xfrm>
              <a:prstGeom prst="rect">
                <a:avLst/>
              </a:prstGeom>
              <a:blipFill>
                <a:blip r:embed="rId7"/>
                <a:stretch>
                  <a:fillRect b="-179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6">
            <a:extLst>
              <a:ext uri="{FF2B5EF4-FFF2-40B4-BE49-F238E27FC236}">
                <a16:creationId xmlns:a16="http://schemas.microsoft.com/office/drawing/2014/main" id="{940EAEFA-63FE-A75D-C4BB-3DC3B5429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4139" y="1582034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BC5C1561-2C33-4E8D-BA9C-557251812D24}"/>
                  </a:ext>
                </a:extLst>
              </p:cNvPr>
              <p:cNvSpPr txBox="1"/>
              <p:nvPr/>
            </p:nvSpPr>
            <p:spPr bwMode="auto">
              <a:xfrm>
                <a:off x="3127538" y="1353432"/>
                <a:ext cx="1970321" cy="10827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BC5C1561-2C33-4E8D-BA9C-557251812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538" y="1353432"/>
                <a:ext cx="1970321" cy="10827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9">
            <a:extLst>
              <a:ext uri="{FF2B5EF4-FFF2-40B4-BE49-F238E27FC236}">
                <a16:creationId xmlns:a16="http://schemas.microsoft.com/office/drawing/2014/main" id="{B4930202-78B0-3D74-2CDC-CD83039E9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507457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918FE0AF-27C0-9BC9-C972-6F132753B9AF}"/>
                  </a:ext>
                </a:extLst>
              </p:cNvPr>
              <p:cNvSpPr txBox="1"/>
              <p:nvPr/>
            </p:nvSpPr>
            <p:spPr bwMode="auto">
              <a:xfrm>
                <a:off x="2944814" y="2545061"/>
                <a:ext cx="3371849" cy="530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𝑥𝑦𝑧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918FE0AF-27C0-9BC9-C972-6F132753B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4814" y="2545061"/>
                <a:ext cx="3371849" cy="5300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4C94BB74-3CAC-826B-7A9E-4ADDA42CCB06}"/>
                  </a:ext>
                </a:extLst>
              </p:cNvPr>
              <p:cNvSpPr txBox="1"/>
              <p:nvPr/>
            </p:nvSpPr>
            <p:spPr bwMode="auto">
              <a:xfrm>
                <a:off x="2688037" y="3568700"/>
                <a:ext cx="558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4C94BB74-3CAC-826B-7A9E-4ADDA42CC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8037" y="3568700"/>
                <a:ext cx="558800" cy="927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DA42334B-B96A-CA6C-EAAE-90A9A047C9D7}"/>
                  </a:ext>
                </a:extLst>
              </p:cNvPr>
              <p:cNvSpPr txBox="1"/>
              <p:nvPr/>
            </p:nvSpPr>
            <p:spPr bwMode="auto">
              <a:xfrm>
                <a:off x="8265226" y="1879393"/>
                <a:ext cx="279400" cy="241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𝑤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DA42334B-B96A-CA6C-EAAE-90A9A047C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5226" y="1879393"/>
                <a:ext cx="279400" cy="241300"/>
              </a:xfrm>
              <a:prstGeom prst="rect">
                <a:avLst/>
              </a:prstGeom>
              <a:blipFill>
                <a:blip r:embed="rId11"/>
                <a:stretch>
                  <a:fillRect r="-23913" b="-675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0">
            <a:extLst>
              <a:ext uri="{FF2B5EF4-FFF2-40B4-BE49-F238E27FC236}">
                <a16:creationId xmlns:a16="http://schemas.microsoft.com/office/drawing/2014/main" id="{773FF914-BA19-1B08-F48D-BD6CA07BF821}"/>
              </a:ext>
            </a:extLst>
          </p:cNvPr>
          <p:cNvGrpSpPr>
            <a:grpSpLocks/>
          </p:cNvGrpSpPr>
          <p:nvPr/>
        </p:nvGrpSpPr>
        <p:grpSpPr bwMode="auto">
          <a:xfrm>
            <a:off x="8249132" y="2336592"/>
            <a:ext cx="1000125" cy="381000"/>
            <a:chOff x="4656" y="2688"/>
            <a:chExt cx="630" cy="240"/>
          </a:xfrm>
        </p:grpSpPr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87F4EF5D-48CF-9FFB-AA21-96B71BB72A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6" y="268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2BFBD8BF-8127-E571-BDAB-49DAED415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688"/>
              <a:ext cx="486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711CBCB9-F5F1-0BFA-3D24-57ED9A97F4CB}"/>
                  </a:ext>
                </a:extLst>
              </p:cNvPr>
              <p:cNvSpPr txBox="1"/>
              <p:nvPr/>
            </p:nvSpPr>
            <p:spPr bwMode="auto">
              <a:xfrm>
                <a:off x="8071948" y="2544582"/>
                <a:ext cx="1241425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      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711CBCB9-F5F1-0BFA-3D24-57ED9A97F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1948" y="2544582"/>
                <a:ext cx="1241425" cy="409575"/>
              </a:xfrm>
              <a:prstGeom prst="rect">
                <a:avLst/>
              </a:prstGeom>
              <a:blipFill>
                <a:blip r:embed="rId12"/>
                <a:stretch>
                  <a:fillRect r="-9804" b="-88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31">
            <a:extLst>
              <a:ext uri="{FF2B5EF4-FFF2-40B4-BE49-F238E27FC236}">
                <a16:creationId xmlns:a16="http://schemas.microsoft.com/office/drawing/2014/main" id="{569B22F7-0B61-CBE3-3BC1-2115019D2412}"/>
              </a:ext>
            </a:extLst>
          </p:cNvPr>
          <p:cNvGrpSpPr>
            <a:grpSpLocks/>
          </p:cNvGrpSpPr>
          <p:nvPr/>
        </p:nvGrpSpPr>
        <p:grpSpPr bwMode="auto">
          <a:xfrm>
            <a:off x="7884226" y="3077061"/>
            <a:ext cx="838200" cy="457200"/>
            <a:chOff x="4464" y="864"/>
            <a:chExt cx="528" cy="288"/>
          </a:xfrm>
        </p:grpSpPr>
        <p:sp>
          <p:nvSpPr>
            <p:cNvPr id="23" name="Line 32">
              <a:extLst>
                <a:ext uri="{FF2B5EF4-FFF2-40B4-BE49-F238E27FC236}">
                  <a16:creationId xmlns:a16="http://schemas.microsoft.com/office/drawing/2014/main" id="{49F5DD3F-E7C2-5750-A22F-A815D30AB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864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24" name="Line 33">
              <a:extLst>
                <a:ext uri="{FF2B5EF4-FFF2-40B4-BE49-F238E27FC236}">
                  <a16:creationId xmlns:a16="http://schemas.microsoft.com/office/drawing/2014/main" id="{03913836-79EF-3993-037D-33A232EC3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864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25" name="Line 34">
              <a:extLst>
                <a:ext uri="{FF2B5EF4-FFF2-40B4-BE49-F238E27FC236}">
                  <a16:creationId xmlns:a16="http://schemas.microsoft.com/office/drawing/2014/main" id="{8CB4AE53-8FC4-3EB3-2C88-66D48009F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26" name="Group 35">
            <a:extLst>
              <a:ext uri="{FF2B5EF4-FFF2-40B4-BE49-F238E27FC236}">
                <a16:creationId xmlns:a16="http://schemas.microsoft.com/office/drawing/2014/main" id="{016128DB-59D8-D5AA-0FF7-99DB3023F08C}"/>
              </a:ext>
            </a:extLst>
          </p:cNvPr>
          <p:cNvGrpSpPr>
            <a:grpSpLocks/>
          </p:cNvGrpSpPr>
          <p:nvPr/>
        </p:nvGrpSpPr>
        <p:grpSpPr bwMode="auto">
          <a:xfrm>
            <a:off x="9027225" y="3030357"/>
            <a:ext cx="838200" cy="457200"/>
            <a:chOff x="4464" y="864"/>
            <a:chExt cx="528" cy="288"/>
          </a:xfrm>
        </p:grpSpPr>
        <p:sp>
          <p:nvSpPr>
            <p:cNvPr id="27" name="Line 36">
              <a:extLst>
                <a:ext uri="{FF2B5EF4-FFF2-40B4-BE49-F238E27FC236}">
                  <a16:creationId xmlns:a16="http://schemas.microsoft.com/office/drawing/2014/main" id="{3B3DF3D2-72BF-F8E2-7ECA-55A1579EC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864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28" name="Line 37">
              <a:extLst>
                <a:ext uri="{FF2B5EF4-FFF2-40B4-BE49-F238E27FC236}">
                  <a16:creationId xmlns:a16="http://schemas.microsoft.com/office/drawing/2014/main" id="{B5BBC861-3DB4-8EDE-0286-2864739DF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864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29" name="Line 38">
              <a:extLst>
                <a:ext uri="{FF2B5EF4-FFF2-40B4-BE49-F238E27FC236}">
                  <a16:creationId xmlns:a16="http://schemas.microsoft.com/office/drawing/2014/main" id="{11171D27-0D98-1EB3-D8AE-80123B2D9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9">
                <a:extLst>
                  <a:ext uri="{FF2B5EF4-FFF2-40B4-BE49-F238E27FC236}">
                    <a16:creationId xmlns:a16="http://schemas.microsoft.com/office/drawing/2014/main" id="{541ED73B-BD6C-DDAE-A959-E23FC1B03FC1}"/>
                  </a:ext>
                </a:extLst>
              </p:cNvPr>
              <p:cNvSpPr txBox="1"/>
              <p:nvPr/>
            </p:nvSpPr>
            <p:spPr bwMode="auto">
              <a:xfrm>
                <a:off x="7655624" y="3414930"/>
                <a:ext cx="1120775" cy="414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0" name="Object 39">
                <a:extLst>
                  <a:ext uri="{FF2B5EF4-FFF2-40B4-BE49-F238E27FC236}">
                    <a16:creationId xmlns:a16="http://schemas.microsoft.com/office/drawing/2014/main" id="{541ED73B-BD6C-DDAE-A959-E23FC1B03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5624" y="3414930"/>
                <a:ext cx="1120775" cy="414338"/>
              </a:xfrm>
              <a:prstGeom prst="rect">
                <a:avLst/>
              </a:prstGeom>
              <a:blipFill>
                <a:blip r:embed="rId13"/>
                <a:stretch>
                  <a:fillRect r="-1630" b="-161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0">
                <a:extLst>
                  <a:ext uri="{FF2B5EF4-FFF2-40B4-BE49-F238E27FC236}">
                    <a16:creationId xmlns:a16="http://schemas.microsoft.com/office/drawing/2014/main" id="{C803DEE9-DC61-0FC3-E16B-A97B54FBD606}"/>
                  </a:ext>
                </a:extLst>
              </p:cNvPr>
              <p:cNvSpPr txBox="1"/>
              <p:nvPr/>
            </p:nvSpPr>
            <p:spPr bwMode="auto">
              <a:xfrm>
                <a:off x="8798625" y="3414295"/>
                <a:ext cx="1123950" cy="412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1" name="Object 40">
                <a:extLst>
                  <a:ext uri="{FF2B5EF4-FFF2-40B4-BE49-F238E27FC236}">
                    <a16:creationId xmlns:a16="http://schemas.microsoft.com/office/drawing/2014/main" id="{C803DEE9-DC61-0FC3-E16B-A97B54FB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98625" y="3414295"/>
                <a:ext cx="1123950" cy="412750"/>
              </a:xfrm>
              <a:prstGeom prst="rect">
                <a:avLst/>
              </a:prstGeom>
              <a:blipFill>
                <a:blip r:embed="rId14"/>
                <a:stretch>
                  <a:fillRect r="-1081" b="-14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3">
                <a:extLst>
                  <a:ext uri="{FF2B5EF4-FFF2-40B4-BE49-F238E27FC236}">
                    <a16:creationId xmlns:a16="http://schemas.microsoft.com/office/drawing/2014/main" id="{A51BBCB4-270C-58E5-E536-20AC3FF8B023}"/>
                  </a:ext>
                </a:extLst>
              </p:cNvPr>
              <p:cNvSpPr txBox="1"/>
              <p:nvPr/>
            </p:nvSpPr>
            <p:spPr bwMode="auto">
              <a:xfrm>
                <a:off x="2897188" y="3041650"/>
                <a:ext cx="224155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𝑤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2" name="Object 43">
                <a:extLst>
                  <a:ext uri="{FF2B5EF4-FFF2-40B4-BE49-F238E27FC236}">
                    <a16:creationId xmlns:a16="http://schemas.microsoft.com/office/drawing/2014/main" id="{A51BBCB4-270C-58E5-E536-20AC3FF8B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7188" y="3041650"/>
                <a:ext cx="2241550" cy="406400"/>
              </a:xfrm>
              <a:prstGeom prst="rect">
                <a:avLst/>
              </a:prstGeom>
              <a:blipFill>
                <a:blip r:embed="rId15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45">
                <a:extLst>
                  <a:ext uri="{FF2B5EF4-FFF2-40B4-BE49-F238E27FC236}">
                    <a16:creationId xmlns:a16="http://schemas.microsoft.com/office/drawing/2014/main" id="{6E1C24FC-0F77-807D-59F5-E43B5122612B}"/>
                  </a:ext>
                </a:extLst>
              </p:cNvPr>
              <p:cNvSpPr txBox="1"/>
              <p:nvPr/>
            </p:nvSpPr>
            <p:spPr bwMode="auto">
              <a:xfrm>
                <a:off x="3187947" y="3706693"/>
                <a:ext cx="141912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3" name="Object 45">
                <a:extLst>
                  <a:ext uri="{FF2B5EF4-FFF2-40B4-BE49-F238E27FC236}">
                    <a16:creationId xmlns:a16="http://schemas.microsoft.com/office/drawing/2014/main" id="{6E1C24FC-0F77-807D-59F5-E43B51226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7947" y="3706693"/>
                <a:ext cx="1419129" cy="4445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46">
                <a:extLst>
                  <a:ext uri="{FF2B5EF4-FFF2-40B4-BE49-F238E27FC236}">
                    <a16:creationId xmlns:a16="http://schemas.microsoft.com/office/drawing/2014/main" id="{F687E9A3-784A-9045-84F2-40FD530FEEC7}"/>
                  </a:ext>
                </a:extLst>
              </p:cNvPr>
              <p:cNvSpPr txBox="1"/>
              <p:nvPr/>
            </p:nvSpPr>
            <p:spPr bwMode="auto">
              <a:xfrm>
                <a:off x="4096397" y="3706694"/>
                <a:ext cx="18732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𝑦𝑧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4" name="Object 46">
                <a:extLst>
                  <a:ext uri="{FF2B5EF4-FFF2-40B4-BE49-F238E27FC236}">
                    <a16:creationId xmlns:a16="http://schemas.microsoft.com/office/drawing/2014/main" id="{F687E9A3-784A-9045-84F2-40FD530F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6397" y="3706694"/>
                <a:ext cx="1873250" cy="4445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47">
                <a:extLst>
                  <a:ext uri="{FF2B5EF4-FFF2-40B4-BE49-F238E27FC236}">
                    <a16:creationId xmlns:a16="http://schemas.microsoft.com/office/drawing/2014/main" id="{457ADC59-D5CA-A7AF-BC21-38275F3F4976}"/>
                  </a:ext>
                </a:extLst>
              </p:cNvPr>
              <p:cNvSpPr txBox="1"/>
              <p:nvPr/>
            </p:nvSpPr>
            <p:spPr bwMode="auto">
              <a:xfrm>
                <a:off x="5729687" y="4260055"/>
                <a:ext cx="3022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);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5" name="Object 47">
                <a:extLst>
                  <a:ext uri="{FF2B5EF4-FFF2-40B4-BE49-F238E27FC236}">
                    <a16:creationId xmlns:a16="http://schemas.microsoft.com/office/drawing/2014/main" id="{457ADC59-D5CA-A7AF-BC21-38275F3F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9687" y="4260055"/>
                <a:ext cx="3022600" cy="4318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55">
            <a:extLst>
              <a:ext uri="{FF2B5EF4-FFF2-40B4-BE49-F238E27FC236}">
                <a16:creationId xmlns:a16="http://schemas.microsoft.com/office/drawing/2014/main" id="{D7E4C6CF-CC27-2E1C-C51D-2E75CD43B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986" y="2569368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则</a:t>
            </a:r>
          </a:p>
        </p:txBody>
      </p:sp>
      <p:sp>
        <p:nvSpPr>
          <p:cNvPr id="37" name="Rectangle 57">
            <a:extLst>
              <a:ext uri="{FF2B5EF4-FFF2-40B4-BE49-F238E27FC236}">
                <a16:creationId xmlns:a16="http://schemas.microsoft.com/office/drawing/2014/main" id="{9F41F809-C658-DA08-71F8-6D3644C3D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227" y="5405890"/>
            <a:ext cx="6836873" cy="8941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4">
                <a:extLst>
                  <a:ext uri="{FF2B5EF4-FFF2-40B4-BE49-F238E27FC236}">
                    <a16:creationId xmlns:a16="http://schemas.microsoft.com/office/drawing/2014/main" id="{F11751E8-826E-93F1-44DA-9F569E5D6700}"/>
                  </a:ext>
                </a:extLst>
              </p:cNvPr>
              <p:cNvSpPr txBox="1"/>
              <p:nvPr/>
            </p:nvSpPr>
            <p:spPr bwMode="auto">
              <a:xfrm>
                <a:off x="2469932" y="4645442"/>
                <a:ext cx="7874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8" name="Object 14">
                <a:extLst>
                  <a:ext uri="{FF2B5EF4-FFF2-40B4-BE49-F238E27FC236}">
                    <a16:creationId xmlns:a16="http://schemas.microsoft.com/office/drawing/2014/main" id="{F11751E8-826E-93F1-44DA-9F569E5D6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9932" y="4645442"/>
                <a:ext cx="787400" cy="1016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8">
                <a:extLst>
                  <a:ext uri="{FF2B5EF4-FFF2-40B4-BE49-F238E27FC236}">
                    <a16:creationId xmlns:a16="http://schemas.microsoft.com/office/drawing/2014/main" id="{3ECDC796-42F7-3158-92D1-D67B556A905E}"/>
                  </a:ext>
                </a:extLst>
              </p:cNvPr>
              <p:cNvSpPr txBox="1"/>
              <p:nvPr/>
            </p:nvSpPr>
            <p:spPr bwMode="auto">
              <a:xfrm>
                <a:off x="3196957" y="4835503"/>
                <a:ext cx="127344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9" name="Object 48">
                <a:extLst>
                  <a:ext uri="{FF2B5EF4-FFF2-40B4-BE49-F238E27FC236}">
                    <a16:creationId xmlns:a16="http://schemas.microsoft.com/office/drawing/2014/main" id="{3ECDC796-42F7-3158-92D1-D67B556A9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6957" y="4835503"/>
                <a:ext cx="1273443" cy="4445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6">
                <a:extLst>
                  <a:ext uri="{FF2B5EF4-FFF2-40B4-BE49-F238E27FC236}">
                    <a16:creationId xmlns:a16="http://schemas.microsoft.com/office/drawing/2014/main" id="{A24328F5-3E53-93A7-8B65-326F6E31128F}"/>
                  </a:ext>
                </a:extLst>
              </p:cNvPr>
              <p:cNvSpPr txBox="1"/>
              <p:nvPr/>
            </p:nvSpPr>
            <p:spPr bwMode="auto">
              <a:xfrm>
                <a:off x="3196957" y="5399671"/>
                <a:ext cx="6023769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0" name="Object 16">
                <a:extLst>
                  <a:ext uri="{FF2B5EF4-FFF2-40B4-BE49-F238E27FC236}">
                    <a16:creationId xmlns:a16="http://schemas.microsoft.com/office/drawing/2014/main" id="{A24328F5-3E53-93A7-8B65-326F6E311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6957" y="5399671"/>
                <a:ext cx="6023769" cy="482600"/>
              </a:xfrm>
              <a:prstGeom prst="rect">
                <a:avLst/>
              </a:prstGeom>
              <a:blipFill>
                <a:blip r:embed="rId21"/>
                <a:stretch>
                  <a:fillRect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9">
                <a:extLst>
                  <a:ext uri="{FF2B5EF4-FFF2-40B4-BE49-F238E27FC236}">
                    <a16:creationId xmlns:a16="http://schemas.microsoft.com/office/drawing/2014/main" id="{0FF440EB-D01B-A561-83E7-63B7974D73FA}"/>
                  </a:ext>
                </a:extLst>
              </p:cNvPr>
              <p:cNvSpPr txBox="1"/>
              <p:nvPr/>
            </p:nvSpPr>
            <p:spPr bwMode="auto">
              <a:xfrm>
                <a:off x="4251851" y="4835503"/>
                <a:ext cx="1477836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1" name="Object 49">
                <a:extLst>
                  <a:ext uri="{FF2B5EF4-FFF2-40B4-BE49-F238E27FC236}">
                    <a16:creationId xmlns:a16="http://schemas.microsoft.com/office/drawing/2014/main" id="{0FF440EB-D01B-A561-83E7-63B7974D7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1851" y="4835503"/>
                <a:ext cx="1477836" cy="444500"/>
              </a:xfrm>
              <a:prstGeom prst="rect">
                <a:avLst/>
              </a:prstGeom>
              <a:blipFill>
                <a:blip r:embed="rId22"/>
                <a:stretch>
                  <a:fillRect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50">
                <a:extLst>
                  <a:ext uri="{FF2B5EF4-FFF2-40B4-BE49-F238E27FC236}">
                    <a16:creationId xmlns:a16="http://schemas.microsoft.com/office/drawing/2014/main" id="{E057881F-52B9-2AB9-3889-C9EADD683108}"/>
                  </a:ext>
                </a:extLst>
              </p:cNvPr>
              <p:cNvSpPr txBox="1"/>
              <p:nvPr/>
            </p:nvSpPr>
            <p:spPr bwMode="auto">
              <a:xfrm>
                <a:off x="5437586" y="4841796"/>
                <a:ext cx="9144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2" name="Object 50">
                <a:extLst>
                  <a:ext uri="{FF2B5EF4-FFF2-40B4-BE49-F238E27FC236}">
                    <a16:creationId xmlns:a16="http://schemas.microsoft.com/office/drawing/2014/main" id="{E057881F-52B9-2AB9-3889-C9EADD683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7586" y="4841796"/>
                <a:ext cx="914400" cy="444500"/>
              </a:xfrm>
              <a:prstGeom prst="rect">
                <a:avLst/>
              </a:prstGeom>
              <a:blipFill>
                <a:blip r:embed="rId23"/>
                <a:stretch>
                  <a:fillRect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51">
                <a:extLst>
                  <a:ext uri="{FF2B5EF4-FFF2-40B4-BE49-F238E27FC236}">
                    <a16:creationId xmlns:a16="http://schemas.microsoft.com/office/drawing/2014/main" id="{C4C06916-F5AE-34B4-DB1C-2299DB174FA2}"/>
                  </a:ext>
                </a:extLst>
              </p:cNvPr>
              <p:cNvSpPr txBox="1"/>
              <p:nvPr/>
            </p:nvSpPr>
            <p:spPr bwMode="auto">
              <a:xfrm>
                <a:off x="6140382" y="4866818"/>
                <a:ext cx="3013076" cy="4444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                              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3" name="Object 51">
                <a:extLst>
                  <a:ext uri="{FF2B5EF4-FFF2-40B4-BE49-F238E27FC236}">
                    <a16:creationId xmlns:a16="http://schemas.microsoft.com/office/drawing/2014/main" id="{C4C06916-F5AE-34B4-DB1C-2299DB174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0382" y="4866818"/>
                <a:ext cx="3013076" cy="444499"/>
              </a:xfrm>
              <a:prstGeom prst="rect">
                <a:avLst/>
              </a:prstGeom>
              <a:blipFill>
                <a:blip r:embed="rId24"/>
                <a:stretch>
                  <a:fillRect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52">
                <a:extLst>
                  <a:ext uri="{FF2B5EF4-FFF2-40B4-BE49-F238E27FC236}">
                    <a16:creationId xmlns:a16="http://schemas.microsoft.com/office/drawing/2014/main" id="{707AB51D-925F-3A2C-6906-E5398083FC2A}"/>
                  </a:ext>
                </a:extLst>
              </p:cNvPr>
              <p:cNvSpPr txBox="1"/>
              <p:nvPr/>
            </p:nvSpPr>
            <p:spPr bwMode="auto">
              <a:xfrm>
                <a:off x="6805574" y="4889429"/>
                <a:ext cx="1120673" cy="635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4" name="Object 52">
                <a:extLst>
                  <a:ext uri="{FF2B5EF4-FFF2-40B4-BE49-F238E27FC236}">
                    <a16:creationId xmlns:a16="http://schemas.microsoft.com/office/drawing/2014/main" id="{707AB51D-925F-3A2C-6906-E5398083F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5574" y="4889429"/>
                <a:ext cx="1120673" cy="635792"/>
              </a:xfrm>
              <a:prstGeom prst="rect">
                <a:avLst/>
              </a:prstGeom>
              <a:blipFill>
                <a:blip r:embed="rId25"/>
                <a:stretch>
                  <a:fillRect l="-32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53">
                <a:extLst>
                  <a:ext uri="{FF2B5EF4-FFF2-40B4-BE49-F238E27FC236}">
                    <a16:creationId xmlns:a16="http://schemas.microsoft.com/office/drawing/2014/main" id="{36C97D4F-2F8B-A64B-036F-9CE1F248B266}"/>
                  </a:ext>
                </a:extLst>
              </p:cNvPr>
              <p:cNvSpPr txBox="1"/>
              <p:nvPr/>
            </p:nvSpPr>
            <p:spPr bwMode="auto">
              <a:xfrm>
                <a:off x="7537721" y="4886675"/>
                <a:ext cx="1571329" cy="56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5" name="Object 53">
                <a:extLst>
                  <a:ext uri="{FF2B5EF4-FFF2-40B4-BE49-F238E27FC236}">
                    <a16:creationId xmlns:a16="http://schemas.microsoft.com/office/drawing/2014/main" id="{36C97D4F-2F8B-A64B-036F-9CE1F248B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7721" y="4886675"/>
                <a:ext cx="1571329" cy="56038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60">
                <a:extLst>
                  <a:ext uri="{FF2B5EF4-FFF2-40B4-BE49-F238E27FC236}">
                    <a16:creationId xmlns:a16="http://schemas.microsoft.com/office/drawing/2014/main" id="{22E4B2AF-4163-64A2-2493-6A7D5E9D272B}"/>
                  </a:ext>
                </a:extLst>
              </p:cNvPr>
              <p:cNvSpPr txBox="1"/>
              <p:nvPr/>
            </p:nvSpPr>
            <p:spPr bwMode="auto">
              <a:xfrm>
                <a:off x="8646226" y="1836765"/>
                <a:ext cx="1130300" cy="566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 ,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6" name="Object 60">
                <a:extLst>
                  <a:ext uri="{FF2B5EF4-FFF2-40B4-BE49-F238E27FC236}">
                    <a16:creationId xmlns:a16="http://schemas.microsoft.com/office/drawing/2014/main" id="{22E4B2AF-4163-64A2-2493-6A7D5E9D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6226" y="1836765"/>
                <a:ext cx="1130300" cy="5660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Line 63">
            <a:extLst>
              <a:ext uri="{FF2B5EF4-FFF2-40B4-BE49-F238E27FC236}">
                <a16:creationId xmlns:a16="http://schemas.microsoft.com/office/drawing/2014/main" id="{A8BB67DA-D010-80D7-54F0-303C1B730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3773" y="4776053"/>
            <a:ext cx="2601514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97" name="Line 62">
            <a:extLst>
              <a:ext uri="{FF2B5EF4-FFF2-40B4-BE49-F238E27FC236}">
                <a16:creationId xmlns:a16="http://schemas.microsoft.com/office/drawing/2014/main" id="{057F7660-289A-FE70-5480-09756488B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045" y="4776053"/>
            <a:ext cx="2247618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049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1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6C5C48D8-B9A5-CA97-EA2E-49DA97FF0D6A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6C5C48D8-B9A5-CA97-EA2E-49DA97FF0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半闭框 87">
            <a:extLst>
              <a:ext uri="{FF2B5EF4-FFF2-40B4-BE49-F238E27FC236}">
                <a16:creationId xmlns:a16="http://schemas.microsoft.com/office/drawing/2014/main" id="{B3682CFC-CDB4-1680-466A-F2A7553B36B9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9" name="半闭框 88">
            <a:extLst>
              <a:ext uri="{FF2B5EF4-FFF2-40B4-BE49-F238E27FC236}">
                <a16:creationId xmlns:a16="http://schemas.microsoft.com/office/drawing/2014/main" id="{05F3F514-41C6-940C-3467-6EDAFA7E4108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0" name="半闭框 89">
            <a:extLst>
              <a:ext uri="{FF2B5EF4-FFF2-40B4-BE49-F238E27FC236}">
                <a16:creationId xmlns:a16="http://schemas.microsoft.com/office/drawing/2014/main" id="{DE4049EF-CB6C-7CE3-2095-0D83622E3BB2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91" name="半闭框 90">
            <a:extLst>
              <a:ext uri="{FF2B5EF4-FFF2-40B4-BE49-F238E27FC236}">
                <a16:creationId xmlns:a16="http://schemas.microsoft.com/office/drawing/2014/main" id="{3E8F3CB8-9B23-E6BC-0117-F70A1EAAB840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Rectangle 77">
            <a:extLst>
              <a:ext uri="{FF2B5EF4-FFF2-40B4-BE49-F238E27FC236}">
                <a16:creationId xmlns:a16="http://schemas.microsoft.com/office/drawing/2014/main" id="{68A8033F-811D-C8A0-6D13-92FEAB7F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0524" y="4073192"/>
            <a:ext cx="4932326" cy="1300044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EA14FA-EDD0-E0FA-02B9-225F9601A5CC}"/>
              </a:ext>
            </a:extLst>
          </p:cNvPr>
          <p:cNvSpPr txBox="1">
            <a:spLocks noChangeArrowheads="1"/>
          </p:cNvSpPr>
          <p:nvPr/>
        </p:nvSpPr>
        <p:spPr>
          <a:xfrm>
            <a:off x="1549399" y="622435"/>
            <a:ext cx="1778493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  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4B36BC9-63D2-1074-3DAF-761AECC4C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3603" y="643848"/>
            <a:ext cx="64656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二阶偏导数连续</a:t>
            </a: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,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求下列表达式在极坐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73D9484D-1CA8-F6C1-55FD-58AD2ABC1244}"/>
                  </a:ext>
                </a:extLst>
              </p:cNvPr>
              <p:cNvSpPr txBox="1"/>
              <p:nvPr/>
            </p:nvSpPr>
            <p:spPr bwMode="auto">
              <a:xfrm>
                <a:off x="2768601" y="636209"/>
                <a:ext cx="2283624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73D9484D-1CA8-F6C1-55FD-58AD2ABC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8601" y="636209"/>
                <a:ext cx="2283624" cy="406400"/>
              </a:xfrm>
              <a:prstGeom prst="rect">
                <a:avLst/>
              </a:prstGeom>
              <a:blipFill>
                <a:blip r:embed="rId4"/>
                <a:stretch>
                  <a:fillRect b="-179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D660C3E4-F5A1-E3DC-92DF-9EC8E227E97F}"/>
                  </a:ext>
                </a:extLst>
              </p:cNvPr>
              <p:cNvSpPr txBox="1"/>
              <p:nvPr/>
            </p:nvSpPr>
            <p:spPr bwMode="auto">
              <a:xfrm>
                <a:off x="4533048" y="1075392"/>
                <a:ext cx="6556375" cy="1074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(1)  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,  (2)  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D660C3E4-F5A1-E3DC-92DF-9EC8E227E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3048" y="1075392"/>
                <a:ext cx="6556375" cy="1074737"/>
              </a:xfrm>
              <a:prstGeom prst="rect">
                <a:avLst/>
              </a:prstGeom>
              <a:blipFill>
                <a:blip r:embed="rId5"/>
                <a:stretch>
                  <a:fillRect b="-11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8">
            <a:extLst>
              <a:ext uri="{FF2B5EF4-FFF2-40B4-BE49-F238E27FC236}">
                <a16:creationId xmlns:a16="http://schemas.microsoft.com/office/drawing/2014/main" id="{AF9E59B8-F3AB-2B58-8BFB-90682AD1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399" y="2167640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</a:t>
            </a: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已知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B0D02756-79CB-43CA-3A7C-5F9B9FC47755}"/>
                  </a:ext>
                </a:extLst>
              </p:cNvPr>
              <p:cNvSpPr txBox="1"/>
              <p:nvPr/>
            </p:nvSpPr>
            <p:spPr bwMode="auto">
              <a:xfrm>
                <a:off x="2968947" y="2205624"/>
                <a:ext cx="3389313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B0D02756-79CB-43CA-3A7C-5F9B9FC47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8947" y="2205624"/>
                <a:ext cx="3389313" cy="393700"/>
              </a:xfrm>
              <a:prstGeom prst="rect">
                <a:avLst/>
              </a:prstGeom>
              <a:blipFill>
                <a:blip r:embed="rId6"/>
                <a:stretch>
                  <a:fillRect b="-23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7">
            <a:extLst>
              <a:ext uri="{FF2B5EF4-FFF2-40B4-BE49-F238E27FC236}">
                <a16:creationId xmlns:a16="http://schemas.microsoft.com/office/drawing/2014/main" id="{C29D4D0A-6D0C-B527-1450-81878FD3B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8280" y="2320592"/>
            <a:ext cx="1447800" cy="1752600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grpSp>
        <p:nvGrpSpPr>
          <p:cNvPr id="13" name="Group 73">
            <a:extLst>
              <a:ext uri="{FF2B5EF4-FFF2-40B4-BE49-F238E27FC236}">
                <a16:creationId xmlns:a16="http://schemas.microsoft.com/office/drawing/2014/main" id="{8B7F7334-D76C-686A-262C-C4440E46DA73}"/>
              </a:ext>
            </a:extLst>
          </p:cNvPr>
          <p:cNvGrpSpPr>
            <a:grpSpLocks/>
          </p:cNvGrpSpPr>
          <p:nvPr/>
        </p:nvGrpSpPr>
        <p:grpSpPr bwMode="auto">
          <a:xfrm>
            <a:off x="9505780" y="2330015"/>
            <a:ext cx="762000" cy="931863"/>
            <a:chOff x="4608" y="1440"/>
            <a:chExt cx="480" cy="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8">
                  <a:extLst>
                    <a:ext uri="{FF2B5EF4-FFF2-40B4-BE49-F238E27FC236}">
                      <a16:creationId xmlns:a16="http://schemas.microsoft.com/office/drawing/2014/main" id="{3E7A9576-FA68-0C76-AEE5-C1AF841880ED}"/>
                    </a:ext>
                  </a:extLst>
                </p:cNvPr>
                <p:cNvSpPr txBox="1"/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4" name="Object 18">
                  <a:extLst>
                    <a:ext uri="{FF2B5EF4-FFF2-40B4-BE49-F238E27FC236}">
                      <a16:creationId xmlns:a16="http://schemas.microsoft.com/office/drawing/2014/main" id="{3E7A9576-FA68-0C76-AEE5-C1AF84188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blipFill>
                  <a:blip r:embed="rId7"/>
                  <a:stretch>
                    <a:fillRect r="-1276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19">
                  <a:extLst>
                    <a:ext uri="{FF2B5EF4-FFF2-40B4-BE49-F238E27FC236}">
                      <a16:creationId xmlns:a16="http://schemas.microsoft.com/office/drawing/2014/main" id="{6D6E2B60-F8AF-401E-A8DA-F033387D409B}"/>
                    </a:ext>
                  </a:extLst>
                </p:cNvPr>
                <p:cNvSpPr txBox="1"/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𝜌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5" name="Object 19">
                  <a:extLst>
                    <a:ext uri="{FF2B5EF4-FFF2-40B4-BE49-F238E27FC236}">
                      <a16:creationId xmlns:a16="http://schemas.microsoft.com/office/drawing/2014/main" id="{6D6E2B60-F8AF-401E-A8DA-F033387D4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blipFill>
                  <a:blip r:embed="rId8"/>
                  <a:stretch>
                    <a:fillRect l="-1600" r="-3200" b="-234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94169BD5-B96B-FB91-4D1D-A857AAB2F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679"/>
              <a:ext cx="15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26BB8E42-9AD2-D807-601B-87176A7BE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6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18" name="Group 75">
            <a:extLst>
              <a:ext uri="{FF2B5EF4-FFF2-40B4-BE49-F238E27FC236}">
                <a16:creationId xmlns:a16="http://schemas.microsoft.com/office/drawing/2014/main" id="{A744C7AC-B704-38A9-F4CA-EFA199B8D054}"/>
              </a:ext>
            </a:extLst>
          </p:cNvPr>
          <p:cNvGrpSpPr>
            <a:grpSpLocks/>
          </p:cNvGrpSpPr>
          <p:nvPr/>
        </p:nvGrpSpPr>
        <p:grpSpPr bwMode="auto">
          <a:xfrm>
            <a:off x="9287498" y="3282517"/>
            <a:ext cx="647700" cy="534988"/>
            <a:chOff x="4393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20">
                  <a:extLst>
                    <a:ext uri="{FF2B5EF4-FFF2-40B4-BE49-F238E27FC236}">
                      <a16:creationId xmlns:a16="http://schemas.microsoft.com/office/drawing/2014/main" id="{E910083C-3E23-4D0E-498C-981200EBAE96}"/>
                    </a:ext>
                  </a:extLst>
                </p:cNvPr>
                <p:cNvSpPr txBox="1"/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9" name="Object 20">
                  <a:extLst>
                    <a:ext uri="{FF2B5EF4-FFF2-40B4-BE49-F238E27FC236}">
                      <a16:creationId xmlns:a16="http://schemas.microsoft.com/office/drawing/2014/main" id="{E910083C-3E23-4D0E-498C-981200EBA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blipFill>
                  <a:blip r:embed="rId9"/>
                  <a:stretch>
                    <a:fillRect r="-7547" b="-51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24">
              <a:extLst>
                <a:ext uri="{FF2B5EF4-FFF2-40B4-BE49-F238E27FC236}">
                  <a16:creationId xmlns:a16="http://schemas.microsoft.com/office/drawing/2014/main" id="{D6513FE0-D3FC-4FD2-162C-FD7C30E27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12"/>
              <a:ext cx="192" cy="192"/>
              <a:chOff x="4272" y="1488"/>
              <a:chExt cx="192" cy="192"/>
            </a:xfrm>
          </p:grpSpPr>
          <p:sp>
            <p:nvSpPr>
              <p:cNvPr id="21" name="Line 25">
                <a:extLst>
                  <a:ext uri="{FF2B5EF4-FFF2-40B4-BE49-F238E27FC236}">
                    <a16:creationId xmlns:a16="http://schemas.microsoft.com/office/drawing/2014/main" id="{24B207E0-9144-43D2-EF3C-26FC336F9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22" name="Line 26">
                <a:extLst>
                  <a:ext uri="{FF2B5EF4-FFF2-40B4-BE49-F238E27FC236}">
                    <a16:creationId xmlns:a16="http://schemas.microsoft.com/office/drawing/2014/main" id="{189751B5-0CC9-9076-C193-6CEF7E653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3" name="Group 76">
            <a:extLst>
              <a:ext uri="{FF2B5EF4-FFF2-40B4-BE49-F238E27FC236}">
                <a16:creationId xmlns:a16="http://schemas.microsoft.com/office/drawing/2014/main" id="{45FB7811-F288-6507-7568-437A43FC1433}"/>
              </a:ext>
            </a:extLst>
          </p:cNvPr>
          <p:cNvGrpSpPr>
            <a:grpSpLocks/>
          </p:cNvGrpSpPr>
          <p:nvPr/>
        </p:nvGrpSpPr>
        <p:grpSpPr bwMode="auto">
          <a:xfrm>
            <a:off x="9884795" y="3282517"/>
            <a:ext cx="647700" cy="534988"/>
            <a:chOff x="4932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21">
                  <a:extLst>
                    <a:ext uri="{FF2B5EF4-FFF2-40B4-BE49-F238E27FC236}">
                      <a16:creationId xmlns:a16="http://schemas.microsoft.com/office/drawing/2014/main" id="{D8CACC27-2461-7FF6-4439-69B24A06BA02}"/>
                    </a:ext>
                  </a:extLst>
                </p:cNvPr>
                <p:cNvSpPr txBox="1"/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4" name="Object 21">
                  <a:extLst>
                    <a:ext uri="{FF2B5EF4-FFF2-40B4-BE49-F238E27FC236}">
                      <a16:creationId xmlns:a16="http://schemas.microsoft.com/office/drawing/2014/main" id="{D8CACC27-2461-7FF6-4439-69B24A06B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blipFill>
                  <a:blip r:embed="rId10"/>
                  <a:stretch>
                    <a:fillRect r="-7547" b="-51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7">
              <a:extLst>
                <a:ext uri="{FF2B5EF4-FFF2-40B4-BE49-F238E27FC236}">
                  <a16:creationId xmlns:a16="http://schemas.microsoft.com/office/drawing/2014/main" id="{1ED4197C-47CF-CD2C-331B-AEAF320E7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2112"/>
              <a:ext cx="192" cy="192"/>
              <a:chOff x="4272" y="1488"/>
              <a:chExt cx="192" cy="192"/>
            </a:xfrm>
          </p:grpSpPr>
          <p:sp>
            <p:nvSpPr>
              <p:cNvPr id="26" name="Line 28">
                <a:extLst>
                  <a:ext uri="{FF2B5EF4-FFF2-40B4-BE49-F238E27FC236}">
                    <a16:creationId xmlns:a16="http://schemas.microsoft.com/office/drawing/2014/main" id="{3F248638-4D19-F33B-9691-D5D7C7842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27" name="Line 29">
                <a:extLst>
                  <a:ext uri="{FF2B5EF4-FFF2-40B4-BE49-F238E27FC236}">
                    <a16:creationId xmlns:a16="http://schemas.microsoft.com/office/drawing/2014/main" id="{87FAF05F-4364-BDF4-57D3-82C59B8D8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8" name="Text Box 33">
            <a:extLst>
              <a:ext uri="{FF2B5EF4-FFF2-40B4-BE49-F238E27FC236}">
                <a16:creationId xmlns:a16="http://schemas.microsoft.com/office/drawing/2014/main" id="{7B0EAEB6-451D-B546-396A-D167DED43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1436289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标系下的形式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42">
                <a:extLst>
                  <a:ext uri="{FF2B5EF4-FFF2-40B4-BE49-F238E27FC236}">
                    <a16:creationId xmlns:a16="http://schemas.microsoft.com/office/drawing/2014/main" id="{25662487-3CDC-11DF-EC88-A034188E1673}"/>
                  </a:ext>
                </a:extLst>
              </p:cNvPr>
              <p:cNvSpPr txBox="1"/>
              <p:nvPr/>
            </p:nvSpPr>
            <p:spPr bwMode="auto">
              <a:xfrm>
                <a:off x="3214484" y="3221579"/>
                <a:ext cx="1333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9" name="Object 42">
                <a:extLst>
                  <a:ext uri="{FF2B5EF4-FFF2-40B4-BE49-F238E27FC236}">
                    <a16:creationId xmlns:a16="http://schemas.microsoft.com/office/drawing/2014/main" id="{25662487-3CDC-11DF-EC88-A034188E1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4484" y="3221579"/>
                <a:ext cx="1333500" cy="914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43">
                <a:extLst>
                  <a:ext uri="{FF2B5EF4-FFF2-40B4-BE49-F238E27FC236}">
                    <a16:creationId xmlns:a16="http://schemas.microsoft.com/office/drawing/2014/main" id="{CE4BCEFF-B3BC-C775-F2C7-1604A3C74BAB}"/>
                  </a:ext>
                </a:extLst>
              </p:cNvPr>
              <p:cNvSpPr txBox="1"/>
              <p:nvPr/>
            </p:nvSpPr>
            <p:spPr bwMode="auto">
              <a:xfrm>
                <a:off x="2837293" y="3219357"/>
                <a:ext cx="431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0" name="Object 43">
                <a:extLst>
                  <a:ext uri="{FF2B5EF4-FFF2-40B4-BE49-F238E27FC236}">
                    <a16:creationId xmlns:a16="http://schemas.microsoft.com/office/drawing/2014/main" id="{CE4BCEFF-B3BC-C775-F2C7-1604A3C74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7293" y="3219357"/>
                <a:ext cx="431800" cy="927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47">
                <a:extLst>
                  <a:ext uri="{FF2B5EF4-FFF2-40B4-BE49-F238E27FC236}">
                    <a16:creationId xmlns:a16="http://schemas.microsoft.com/office/drawing/2014/main" id="{9B00D959-E578-53CA-9FEC-D9DDBA719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2247" y="3380718"/>
                <a:ext cx="80983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(1) </m:t>
                      </m:r>
                    </m:oMath>
                  </m:oMathPara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1" name="Text Box 47">
                <a:extLst>
                  <a:ext uri="{FF2B5EF4-FFF2-40B4-BE49-F238E27FC236}">
                    <a16:creationId xmlns:a16="http://schemas.microsoft.com/office/drawing/2014/main" id="{9B00D959-E578-53CA-9FEC-D9DDBA719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2247" y="3380718"/>
                <a:ext cx="809837" cy="430887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55">
                <a:extLst>
                  <a:ext uri="{FF2B5EF4-FFF2-40B4-BE49-F238E27FC236}">
                    <a16:creationId xmlns:a16="http://schemas.microsoft.com/office/drawing/2014/main" id="{D4AB931F-002F-8595-86CC-51D19AF86B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69001" y="2231852"/>
                <a:ext cx="70104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则</a:t>
                </a:r>
              </a:p>
            </p:txBody>
          </p:sp>
        </mc:Choice>
        <mc:Fallback xmlns="">
          <p:sp>
            <p:nvSpPr>
              <p:cNvPr id="32" name="Text Box 55">
                <a:extLst>
                  <a:ext uri="{FF2B5EF4-FFF2-40B4-BE49-F238E27FC236}">
                    <a16:creationId xmlns:a16="http://schemas.microsoft.com/office/drawing/2014/main" id="{D4AB931F-002F-8595-86CC-51D19AF86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9001" y="2231852"/>
                <a:ext cx="701040" cy="430887"/>
              </a:xfrm>
              <a:prstGeom prst="rect">
                <a:avLst/>
              </a:prstGeom>
              <a:blipFill>
                <a:blip r:embed="rId14"/>
                <a:stretch>
                  <a:fillRect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56">
                <a:extLst>
                  <a:ext uri="{FF2B5EF4-FFF2-40B4-BE49-F238E27FC236}">
                    <a16:creationId xmlns:a16="http://schemas.microsoft.com/office/drawing/2014/main" id="{7BD05264-C7C3-59A5-AA5B-704CCFB6CD49}"/>
                  </a:ext>
                </a:extLst>
              </p:cNvPr>
              <p:cNvSpPr txBox="1"/>
              <p:nvPr/>
            </p:nvSpPr>
            <p:spPr bwMode="auto">
              <a:xfrm>
                <a:off x="2961801" y="2602958"/>
                <a:ext cx="3685381" cy="6903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3" name="Object 56">
                <a:extLst>
                  <a:ext uri="{FF2B5EF4-FFF2-40B4-BE49-F238E27FC236}">
                    <a16:creationId xmlns:a16="http://schemas.microsoft.com/office/drawing/2014/main" id="{7BD05264-C7C3-59A5-AA5B-704CCFB6C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1801" y="2602958"/>
                <a:ext cx="3685381" cy="690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9">
                <a:extLst>
                  <a:ext uri="{FF2B5EF4-FFF2-40B4-BE49-F238E27FC236}">
                    <a16:creationId xmlns:a16="http://schemas.microsoft.com/office/drawing/2014/main" id="{2D5F6881-E135-2D54-6774-5DACDF4118E7}"/>
                  </a:ext>
                </a:extLst>
              </p:cNvPr>
              <p:cNvSpPr txBox="1"/>
              <p:nvPr/>
            </p:nvSpPr>
            <p:spPr bwMode="auto">
              <a:xfrm>
                <a:off x="3217341" y="5389111"/>
                <a:ext cx="1103312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4" name="Object 39">
                <a:extLst>
                  <a:ext uri="{FF2B5EF4-FFF2-40B4-BE49-F238E27FC236}">
                    <a16:creationId xmlns:a16="http://schemas.microsoft.com/office/drawing/2014/main" id="{2D5F6881-E135-2D54-6774-5DACDF411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7341" y="5389111"/>
                <a:ext cx="1103312" cy="89852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0">
                <a:extLst>
                  <a:ext uri="{FF2B5EF4-FFF2-40B4-BE49-F238E27FC236}">
                    <a16:creationId xmlns:a16="http://schemas.microsoft.com/office/drawing/2014/main" id="{30116F00-6DFA-FAF3-4DE9-11FE11EF7824}"/>
                  </a:ext>
                </a:extLst>
              </p:cNvPr>
              <p:cNvSpPr txBox="1"/>
              <p:nvPr/>
            </p:nvSpPr>
            <p:spPr bwMode="auto">
              <a:xfrm>
                <a:off x="3824718" y="4279446"/>
                <a:ext cx="13589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5" name="Object 30">
                <a:extLst>
                  <a:ext uri="{FF2B5EF4-FFF2-40B4-BE49-F238E27FC236}">
                    <a16:creationId xmlns:a16="http://schemas.microsoft.com/office/drawing/2014/main" id="{30116F00-6DFA-FAF3-4DE9-11FE11EF7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4718" y="4279446"/>
                <a:ext cx="1358900" cy="914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7D2A8928-89FD-8188-58FF-90278590F88B}"/>
                  </a:ext>
                </a:extLst>
              </p:cNvPr>
              <p:cNvSpPr txBox="1"/>
              <p:nvPr/>
            </p:nvSpPr>
            <p:spPr bwMode="auto">
              <a:xfrm>
                <a:off x="4913163" y="4279119"/>
                <a:ext cx="2185697" cy="930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黑体"/>
                              <a:ea typeface="黑体"/>
                              <a:cs typeface="+mn-ea"/>
                            </a:rPr>
                            <m:t>         </m:t>
                          </m:r>
                        </m:num>
                        <m:den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7D2A8928-89FD-8188-58FF-90278590F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3163" y="4279119"/>
                <a:ext cx="2185697" cy="9302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B2DDB621-0212-615D-4279-2591CDFD8E8A}"/>
                  </a:ext>
                </a:extLst>
              </p:cNvPr>
              <p:cNvSpPr txBox="1"/>
              <p:nvPr/>
            </p:nvSpPr>
            <p:spPr bwMode="auto">
              <a:xfrm>
                <a:off x="6016880" y="4035781"/>
                <a:ext cx="445291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B2DDB621-0212-615D-4279-2591CDFD8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6880" y="4035781"/>
                <a:ext cx="445291" cy="685800"/>
              </a:xfrm>
              <a:prstGeom prst="rect">
                <a:avLst/>
              </a:prstGeom>
              <a:blipFill>
                <a:blip r:embed="rId19"/>
                <a:stretch>
                  <a:fillRect r="-4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36">
                <a:extLst>
                  <a:ext uri="{FF2B5EF4-FFF2-40B4-BE49-F238E27FC236}">
                    <a16:creationId xmlns:a16="http://schemas.microsoft.com/office/drawing/2014/main" id="{872204EC-1C7F-E2B3-A46F-66294CD2468C}"/>
                  </a:ext>
                </a:extLst>
              </p:cNvPr>
              <p:cNvSpPr txBox="1"/>
              <p:nvPr/>
            </p:nvSpPr>
            <p:spPr bwMode="auto">
              <a:xfrm>
                <a:off x="5648946" y="4629548"/>
                <a:ext cx="1689100" cy="6740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1+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8" name="Object 36">
                <a:extLst>
                  <a:ext uri="{FF2B5EF4-FFF2-40B4-BE49-F238E27FC236}">
                    <a16:creationId xmlns:a16="http://schemas.microsoft.com/office/drawing/2014/main" id="{872204EC-1C7F-E2B3-A46F-66294CD24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8946" y="4629548"/>
                <a:ext cx="1689100" cy="674082"/>
              </a:xfrm>
              <a:prstGeom prst="rect">
                <a:avLst/>
              </a:prstGeom>
              <a:blipFill>
                <a:blip r:embed="rId20"/>
                <a:stretch>
                  <a:fillRect b="-270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37">
                <a:extLst>
                  <a:ext uri="{FF2B5EF4-FFF2-40B4-BE49-F238E27FC236}">
                    <a16:creationId xmlns:a16="http://schemas.microsoft.com/office/drawing/2014/main" id="{495DF85A-25EB-3350-A262-1E68ECE3FB9F}"/>
                  </a:ext>
                </a:extLst>
              </p:cNvPr>
              <p:cNvSpPr txBox="1"/>
              <p:nvPr/>
            </p:nvSpPr>
            <p:spPr bwMode="auto">
              <a:xfrm>
                <a:off x="6921679" y="4338513"/>
                <a:ext cx="14859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9" name="Object 37">
                <a:extLst>
                  <a:ext uri="{FF2B5EF4-FFF2-40B4-BE49-F238E27FC236}">
                    <a16:creationId xmlns:a16="http://schemas.microsoft.com/office/drawing/2014/main" id="{495DF85A-25EB-3350-A262-1E68ECE3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1679" y="4338513"/>
                <a:ext cx="1485900" cy="9779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41">
                <a:extLst>
                  <a:ext uri="{FF2B5EF4-FFF2-40B4-BE49-F238E27FC236}">
                    <a16:creationId xmlns:a16="http://schemas.microsoft.com/office/drawing/2014/main" id="{2379D52E-AD03-AF52-5C7B-67B585B67B85}"/>
                  </a:ext>
                </a:extLst>
              </p:cNvPr>
              <p:cNvSpPr txBox="1"/>
              <p:nvPr/>
            </p:nvSpPr>
            <p:spPr bwMode="auto">
              <a:xfrm>
                <a:off x="4315891" y="3219358"/>
                <a:ext cx="1228725" cy="930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𝜕𝜃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0" name="Object 41">
                <a:extLst>
                  <a:ext uri="{FF2B5EF4-FFF2-40B4-BE49-F238E27FC236}">
                    <a16:creationId xmlns:a16="http://schemas.microsoft.com/office/drawing/2014/main" id="{2379D52E-AD03-AF52-5C7B-67B585B67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5891" y="3219358"/>
                <a:ext cx="1228725" cy="9302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0">
                <a:extLst>
                  <a:ext uri="{FF2B5EF4-FFF2-40B4-BE49-F238E27FC236}">
                    <a16:creationId xmlns:a16="http://schemas.microsoft.com/office/drawing/2014/main" id="{0C4828FE-E212-B22B-FE88-2553E33216C6}"/>
                  </a:ext>
                </a:extLst>
              </p:cNvPr>
              <p:cNvSpPr txBox="1"/>
              <p:nvPr/>
            </p:nvSpPr>
            <p:spPr bwMode="auto">
              <a:xfrm>
                <a:off x="4066898" y="5389111"/>
                <a:ext cx="1206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1" name="Object 40">
                <a:extLst>
                  <a:ext uri="{FF2B5EF4-FFF2-40B4-BE49-F238E27FC236}">
                    <a16:creationId xmlns:a16="http://schemas.microsoft.com/office/drawing/2014/main" id="{0C4828FE-E212-B22B-FE88-2553E332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6898" y="5389111"/>
                <a:ext cx="1206500" cy="9144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54">
                <a:extLst>
                  <a:ext uri="{FF2B5EF4-FFF2-40B4-BE49-F238E27FC236}">
                    <a16:creationId xmlns:a16="http://schemas.microsoft.com/office/drawing/2014/main" id="{F363C06D-1012-DDE0-CB83-7F5CDD7A39E0}"/>
                  </a:ext>
                </a:extLst>
              </p:cNvPr>
              <p:cNvSpPr txBox="1"/>
              <p:nvPr/>
            </p:nvSpPr>
            <p:spPr bwMode="auto">
              <a:xfrm>
                <a:off x="5077817" y="5389111"/>
                <a:ext cx="3173413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2" name="Object 54">
                <a:extLst>
                  <a:ext uri="{FF2B5EF4-FFF2-40B4-BE49-F238E27FC236}">
                    <a16:creationId xmlns:a16="http://schemas.microsoft.com/office/drawing/2014/main" id="{F363C06D-1012-DDE0-CB83-7F5CDD7A3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7817" y="5389111"/>
                <a:ext cx="3173413" cy="9144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ine 72">
            <a:extLst>
              <a:ext uri="{FF2B5EF4-FFF2-40B4-BE49-F238E27FC236}">
                <a16:creationId xmlns:a16="http://schemas.microsoft.com/office/drawing/2014/main" id="{70E5EDEE-5966-1A2C-E126-1185D6619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1173" y="4002766"/>
            <a:ext cx="0" cy="14899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533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258730D-8744-008D-5CA1-228EEE0CA0EE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258730D-8744-008D-5CA1-228EEE0CA0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半闭框 70">
            <a:extLst>
              <a:ext uri="{FF2B5EF4-FFF2-40B4-BE49-F238E27FC236}">
                <a16:creationId xmlns:a16="http://schemas.microsoft.com/office/drawing/2014/main" id="{3A3AEC7F-B1AC-59A2-5878-A823E7346FEB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>
            <a:extLst>
              <a:ext uri="{FF2B5EF4-FFF2-40B4-BE49-F238E27FC236}">
                <a16:creationId xmlns:a16="http://schemas.microsoft.com/office/drawing/2014/main" id="{F44ED676-1CCA-F7A1-2C30-B76E28B847DA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半闭框 72">
            <a:extLst>
              <a:ext uri="{FF2B5EF4-FFF2-40B4-BE49-F238E27FC236}">
                <a16:creationId xmlns:a16="http://schemas.microsoft.com/office/drawing/2014/main" id="{8996E144-D535-4AAC-CF47-FBF7A132DAAE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4" name="半闭框 73">
            <a:extLst>
              <a:ext uri="{FF2B5EF4-FFF2-40B4-BE49-F238E27FC236}">
                <a16:creationId xmlns:a16="http://schemas.microsoft.com/office/drawing/2014/main" id="{FFC603D9-8A04-4E23-9A52-25D6CF89B16D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8">
                <a:extLst>
                  <a:ext uri="{FF2B5EF4-FFF2-40B4-BE49-F238E27FC236}">
                    <a16:creationId xmlns:a16="http://schemas.microsoft.com/office/drawing/2014/main" id="{DC750481-BBF6-4400-BDD7-86A5B63E2C8C}"/>
                  </a:ext>
                </a:extLst>
              </p:cNvPr>
              <p:cNvSpPr txBox="1"/>
              <p:nvPr/>
            </p:nvSpPr>
            <p:spPr bwMode="auto">
              <a:xfrm>
                <a:off x="2455863" y="942975"/>
                <a:ext cx="457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" name="Object 38">
                <a:extLst>
                  <a:ext uri="{FF2B5EF4-FFF2-40B4-BE49-F238E27FC236}">
                    <a16:creationId xmlns:a16="http://schemas.microsoft.com/office/drawing/2014/main" id="{DC750481-BBF6-4400-BDD7-86A5B63E2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5863" y="942975"/>
                <a:ext cx="457200" cy="92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9">
                <a:extLst>
                  <a:ext uri="{FF2B5EF4-FFF2-40B4-BE49-F238E27FC236}">
                    <a16:creationId xmlns:a16="http://schemas.microsoft.com/office/drawing/2014/main" id="{C2D72AA0-E525-75D1-E1B0-2136257C88CA}"/>
                  </a:ext>
                </a:extLst>
              </p:cNvPr>
              <p:cNvSpPr txBox="1"/>
              <p:nvPr/>
            </p:nvSpPr>
            <p:spPr bwMode="auto">
              <a:xfrm>
                <a:off x="2835277" y="944562"/>
                <a:ext cx="1273175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39">
                <a:extLst>
                  <a:ext uri="{FF2B5EF4-FFF2-40B4-BE49-F238E27FC236}">
                    <a16:creationId xmlns:a16="http://schemas.microsoft.com/office/drawing/2014/main" id="{C2D72AA0-E525-75D1-E1B0-2136257C8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7" y="944562"/>
                <a:ext cx="1273175" cy="825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0">
                <a:extLst>
                  <a:ext uri="{FF2B5EF4-FFF2-40B4-BE49-F238E27FC236}">
                    <a16:creationId xmlns:a16="http://schemas.microsoft.com/office/drawing/2014/main" id="{4F683474-A5A9-25E0-9615-4FB692D2711A}"/>
                  </a:ext>
                </a:extLst>
              </p:cNvPr>
              <p:cNvSpPr txBox="1"/>
              <p:nvPr/>
            </p:nvSpPr>
            <p:spPr bwMode="auto">
              <a:xfrm>
                <a:off x="2835277" y="4098923"/>
                <a:ext cx="2909887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" name="Object 50">
                <a:extLst>
                  <a:ext uri="{FF2B5EF4-FFF2-40B4-BE49-F238E27FC236}">
                    <a16:creationId xmlns:a16="http://schemas.microsoft.com/office/drawing/2014/main" id="{4F683474-A5A9-25E0-9615-4FB692D27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7" y="4098923"/>
                <a:ext cx="2909887" cy="8318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1">
                <a:extLst>
                  <a:ext uri="{FF2B5EF4-FFF2-40B4-BE49-F238E27FC236}">
                    <a16:creationId xmlns:a16="http://schemas.microsoft.com/office/drawing/2014/main" id="{9DE434F5-2D88-5CEF-EA23-E76A16071FB3}"/>
                  </a:ext>
                </a:extLst>
              </p:cNvPr>
              <p:cNvSpPr txBox="1"/>
              <p:nvPr/>
            </p:nvSpPr>
            <p:spPr bwMode="auto">
              <a:xfrm>
                <a:off x="3956052" y="942975"/>
                <a:ext cx="1181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" name="Object 51">
                <a:extLst>
                  <a:ext uri="{FF2B5EF4-FFF2-40B4-BE49-F238E27FC236}">
                    <a16:creationId xmlns:a16="http://schemas.microsoft.com/office/drawing/2014/main" id="{9DE434F5-2D88-5CEF-EA23-E76A16071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6052" y="942975"/>
                <a:ext cx="1181100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4">
                <a:extLst>
                  <a:ext uri="{FF2B5EF4-FFF2-40B4-BE49-F238E27FC236}">
                    <a16:creationId xmlns:a16="http://schemas.microsoft.com/office/drawing/2014/main" id="{544C7590-E18C-8CFE-491C-FE391AA7A40B}"/>
                  </a:ext>
                </a:extLst>
              </p:cNvPr>
              <p:cNvSpPr txBox="1"/>
              <p:nvPr/>
            </p:nvSpPr>
            <p:spPr bwMode="auto">
              <a:xfrm>
                <a:off x="2448243" y="5013323"/>
                <a:ext cx="5255577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∴</m:t>
                      </m:r>
                      <m:r>
                        <a:rPr kumimoji="1" lang="en-US" altLang="zh-CN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 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6" name="Object 54">
                <a:extLst>
                  <a:ext uri="{FF2B5EF4-FFF2-40B4-BE49-F238E27FC236}">
                    <a16:creationId xmlns:a16="http://schemas.microsoft.com/office/drawing/2014/main" id="{544C7590-E18C-8CFE-491C-FE391AA7A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243" y="5013323"/>
                <a:ext cx="5255577" cy="831850"/>
              </a:xfrm>
              <a:prstGeom prst="rect">
                <a:avLst/>
              </a:prstGeom>
              <a:blipFill>
                <a:blip r:embed="rId7"/>
                <a:stretch>
                  <a:fillRect b="-43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66">
            <a:extLst>
              <a:ext uri="{FF2B5EF4-FFF2-40B4-BE49-F238E27FC236}">
                <a16:creationId xmlns:a16="http://schemas.microsoft.com/office/drawing/2014/main" id="{181D2E18-9F04-35D6-5888-D7595AE3E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2600" y="1770062"/>
            <a:ext cx="0" cy="1325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7">
                <a:extLst>
                  <a:ext uri="{FF2B5EF4-FFF2-40B4-BE49-F238E27FC236}">
                    <a16:creationId xmlns:a16="http://schemas.microsoft.com/office/drawing/2014/main" id="{93D00EFF-4F2D-3570-F608-ABCC5E267391}"/>
                  </a:ext>
                </a:extLst>
              </p:cNvPr>
              <p:cNvSpPr txBox="1"/>
              <p:nvPr/>
            </p:nvSpPr>
            <p:spPr bwMode="auto">
              <a:xfrm>
                <a:off x="2835277" y="3208336"/>
                <a:ext cx="11430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8" name="Object 67">
                <a:extLst>
                  <a:ext uri="{FF2B5EF4-FFF2-40B4-BE49-F238E27FC236}">
                    <a16:creationId xmlns:a16="http://schemas.microsoft.com/office/drawing/2014/main" id="{93D00EFF-4F2D-3570-F608-ABCC5E267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7" y="3208336"/>
                <a:ext cx="114300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8">
                <a:extLst>
                  <a:ext uri="{FF2B5EF4-FFF2-40B4-BE49-F238E27FC236}">
                    <a16:creationId xmlns:a16="http://schemas.microsoft.com/office/drawing/2014/main" id="{F22CEB6B-7007-2C0A-9181-14AF19DDD287}"/>
                  </a:ext>
                </a:extLst>
              </p:cNvPr>
              <p:cNvSpPr txBox="1"/>
              <p:nvPr/>
            </p:nvSpPr>
            <p:spPr bwMode="auto">
              <a:xfrm>
                <a:off x="3806829" y="3208336"/>
                <a:ext cx="12192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9" name="Object 68">
                <a:extLst>
                  <a:ext uri="{FF2B5EF4-FFF2-40B4-BE49-F238E27FC236}">
                    <a16:creationId xmlns:a16="http://schemas.microsoft.com/office/drawing/2014/main" id="{F22CEB6B-7007-2C0A-9181-14AF19DDD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6829" y="3208336"/>
                <a:ext cx="121920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26">
                <a:extLst>
                  <a:ext uri="{FF2B5EF4-FFF2-40B4-BE49-F238E27FC236}">
                    <a16:creationId xmlns:a16="http://schemas.microsoft.com/office/drawing/2014/main" id="{7C440FDA-25A9-0BA1-3AAC-5ABFD7F3BC97}"/>
                  </a:ext>
                </a:extLst>
              </p:cNvPr>
              <p:cNvSpPr txBox="1"/>
              <p:nvPr/>
            </p:nvSpPr>
            <p:spPr>
              <a:xfrm>
                <a:off x="3022600" y="1816099"/>
                <a:ext cx="5786064" cy="1168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 ,  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1+</m:t>
                              </m:r>
                              <m:d>
                                <m:dPr>
                                  <m:ctrlPr>
                                    <a:rPr kumimoji="1"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/>
                                          <a:cs typeface="+mn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/>
                                          <a:cs typeface="+mn-ea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/>
                                          <a:cs typeface="+mn-ea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kumimoji="1" lang="en-US" altLang="zh-CN" sz="2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7" name="对象 26">
                <a:extLst>
                  <a:ext uri="{FF2B5EF4-FFF2-40B4-BE49-F238E27FC236}">
                    <a16:creationId xmlns:a16="http://schemas.microsoft.com/office/drawing/2014/main" id="{7C440FDA-25A9-0BA1-3AAC-5ABFD7F3B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0" y="1816099"/>
                <a:ext cx="5786064" cy="1168400"/>
              </a:xfrm>
              <a:prstGeom prst="rect">
                <a:avLst/>
              </a:prstGeom>
              <a:blipFill>
                <a:blip r:embed="rId10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17">
            <a:extLst>
              <a:ext uri="{FF2B5EF4-FFF2-40B4-BE49-F238E27FC236}">
                <a16:creationId xmlns:a16="http://schemas.microsoft.com/office/drawing/2014/main" id="{BDE9A6F7-A15A-D577-C99A-115BE0961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733" y="3178173"/>
            <a:ext cx="1447800" cy="1752600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grpSp>
        <p:nvGrpSpPr>
          <p:cNvPr id="53" name="Group 73">
            <a:extLst>
              <a:ext uri="{FF2B5EF4-FFF2-40B4-BE49-F238E27FC236}">
                <a16:creationId xmlns:a16="http://schemas.microsoft.com/office/drawing/2014/main" id="{9C3C697A-C193-FD48-1D8F-C0EA19B0DD5C}"/>
              </a:ext>
            </a:extLst>
          </p:cNvPr>
          <p:cNvGrpSpPr>
            <a:grpSpLocks/>
          </p:cNvGrpSpPr>
          <p:nvPr/>
        </p:nvGrpSpPr>
        <p:grpSpPr bwMode="auto">
          <a:xfrm>
            <a:off x="8533233" y="3187596"/>
            <a:ext cx="762000" cy="931863"/>
            <a:chOff x="4608" y="1440"/>
            <a:chExt cx="480" cy="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8">
                  <a:extLst>
                    <a:ext uri="{FF2B5EF4-FFF2-40B4-BE49-F238E27FC236}">
                      <a16:creationId xmlns:a16="http://schemas.microsoft.com/office/drawing/2014/main" id="{4790BE13-19FE-23F2-7991-294D04DA7AAE}"/>
                    </a:ext>
                  </a:extLst>
                </p:cNvPr>
                <p:cNvSpPr txBox="1"/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54" name="Object 18">
                  <a:extLst>
                    <a:ext uri="{FF2B5EF4-FFF2-40B4-BE49-F238E27FC236}">
                      <a16:creationId xmlns:a16="http://schemas.microsoft.com/office/drawing/2014/main" id="{4790BE13-19FE-23F2-7991-294D04DA7A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blipFill>
                  <a:blip r:embed="rId11"/>
                  <a:stretch>
                    <a:fillRect r="-1276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bject 19">
                  <a:extLst>
                    <a:ext uri="{FF2B5EF4-FFF2-40B4-BE49-F238E27FC236}">
                      <a16:creationId xmlns:a16="http://schemas.microsoft.com/office/drawing/2014/main" id="{3CCCA650-5826-CE99-25D9-D5CA40CCA8C6}"/>
                    </a:ext>
                  </a:extLst>
                </p:cNvPr>
                <p:cNvSpPr txBox="1"/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𝜌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55" name="Object 19">
                  <a:extLst>
                    <a:ext uri="{FF2B5EF4-FFF2-40B4-BE49-F238E27FC236}">
                      <a16:creationId xmlns:a16="http://schemas.microsoft.com/office/drawing/2014/main" id="{3CCCA650-5826-CE99-25D9-D5CA40CCA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blipFill>
                  <a:blip r:embed="rId12"/>
                  <a:stretch>
                    <a:fillRect l="-1600" r="-3200" b="-215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22">
              <a:extLst>
                <a:ext uri="{FF2B5EF4-FFF2-40B4-BE49-F238E27FC236}">
                  <a16:creationId xmlns:a16="http://schemas.microsoft.com/office/drawing/2014/main" id="{F6164A55-8D8D-1C88-B62C-9FEEA41A5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679"/>
              <a:ext cx="15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57" name="Line 23">
              <a:extLst>
                <a:ext uri="{FF2B5EF4-FFF2-40B4-BE49-F238E27FC236}">
                  <a16:creationId xmlns:a16="http://schemas.microsoft.com/office/drawing/2014/main" id="{BD1DB17E-008A-AA1F-84DE-E62293379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6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58" name="Group 75">
            <a:extLst>
              <a:ext uri="{FF2B5EF4-FFF2-40B4-BE49-F238E27FC236}">
                <a16:creationId xmlns:a16="http://schemas.microsoft.com/office/drawing/2014/main" id="{D3B475C5-77A0-D1E8-223F-A573B664E43B}"/>
              </a:ext>
            </a:extLst>
          </p:cNvPr>
          <p:cNvGrpSpPr>
            <a:grpSpLocks/>
          </p:cNvGrpSpPr>
          <p:nvPr/>
        </p:nvGrpSpPr>
        <p:grpSpPr bwMode="auto">
          <a:xfrm>
            <a:off x="8314951" y="4140098"/>
            <a:ext cx="647700" cy="534988"/>
            <a:chOff x="4393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bject 20">
                  <a:extLst>
                    <a:ext uri="{FF2B5EF4-FFF2-40B4-BE49-F238E27FC236}">
                      <a16:creationId xmlns:a16="http://schemas.microsoft.com/office/drawing/2014/main" id="{63872250-D92E-A168-458B-E19A98DCB9E2}"/>
                    </a:ext>
                  </a:extLst>
                </p:cNvPr>
                <p:cNvSpPr txBox="1"/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59" name="Object 20">
                  <a:extLst>
                    <a:ext uri="{FF2B5EF4-FFF2-40B4-BE49-F238E27FC236}">
                      <a16:creationId xmlns:a16="http://schemas.microsoft.com/office/drawing/2014/main" id="{63872250-D92E-A168-458B-E19A98DCB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blipFill>
                  <a:blip r:embed="rId13"/>
                  <a:stretch>
                    <a:fillRect r="-7547" b="-51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Group 24">
              <a:extLst>
                <a:ext uri="{FF2B5EF4-FFF2-40B4-BE49-F238E27FC236}">
                  <a16:creationId xmlns:a16="http://schemas.microsoft.com/office/drawing/2014/main" id="{37D51564-EEED-2ABB-2457-D31A7F453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12"/>
              <a:ext cx="192" cy="192"/>
              <a:chOff x="4272" y="1488"/>
              <a:chExt cx="192" cy="192"/>
            </a:xfrm>
          </p:grpSpPr>
          <p:sp>
            <p:nvSpPr>
              <p:cNvPr id="61" name="Line 25">
                <a:extLst>
                  <a:ext uri="{FF2B5EF4-FFF2-40B4-BE49-F238E27FC236}">
                    <a16:creationId xmlns:a16="http://schemas.microsoft.com/office/drawing/2014/main" id="{29B980C4-EFA5-420E-8020-4FDD4D036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62" name="Line 26">
                <a:extLst>
                  <a:ext uri="{FF2B5EF4-FFF2-40B4-BE49-F238E27FC236}">
                    <a16:creationId xmlns:a16="http://schemas.microsoft.com/office/drawing/2014/main" id="{4D931EA4-6678-F398-3B4D-43972C0F6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3" name="Group 76">
            <a:extLst>
              <a:ext uri="{FF2B5EF4-FFF2-40B4-BE49-F238E27FC236}">
                <a16:creationId xmlns:a16="http://schemas.microsoft.com/office/drawing/2014/main" id="{9F1AD72A-2B0C-4AED-55E7-44CCC8D334E7}"/>
              </a:ext>
            </a:extLst>
          </p:cNvPr>
          <p:cNvGrpSpPr>
            <a:grpSpLocks/>
          </p:cNvGrpSpPr>
          <p:nvPr/>
        </p:nvGrpSpPr>
        <p:grpSpPr bwMode="auto">
          <a:xfrm>
            <a:off x="8912248" y="4140098"/>
            <a:ext cx="647700" cy="534988"/>
            <a:chOff x="4932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bject 21">
                  <a:extLst>
                    <a:ext uri="{FF2B5EF4-FFF2-40B4-BE49-F238E27FC236}">
                      <a16:creationId xmlns:a16="http://schemas.microsoft.com/office/drawing/2014/main" id="{DE2A6049-DFF4-8BC0-3977-7C9330B3D464}"/>
                    </a:ext>
                  </a:extLst>
                </p:cNvPr>
                <p:cNvSpPr txBox="1"/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64" name="Object 21">
                  <a:extLst>
                    <a:ext uri="{FF2B5EF4-FFF2-40B4-BE49-F238E27FC236}">
                      <a16:creationId xmlns:a16="http://schemas.microsoft.com/office/drawing/2014/main" id="{DE2A6049-DFF4-8BC0-3977-7C9330B3D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blipFill>
                  <a:blip r:embed="rId14"/>
                  <a:stretch>
                    <a:fillRect r="-7547" b="-51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5" name="Group 27">
              <a:extLst>
                <a:ext uri="{FF2B5EF4-FFF2-40B4-BE49-F238E27FC236}">
                  <a16:creationId xmlns:a16="http://schemas.microsoft.com/office/drawing/2014/main" id="{0BC9B316-81BB-E8B0-3D77-9A697DF20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2112"/>
              <a:ext cx="192" cy="192"/>
              <a:chOff x="4272" y="1488"/>
              <a:chExt cx="192" cy="192"/>
            </a:xfrm>
          </p:grpSpPr>
          <p:sp>
            <p:nvSpPr>
              <p:cNvPr id="66" name="Line 28">
                <a:extLst>
                  <a:ext uri="{FF2B5EF4-FFF2-40B4-BE49-F238E27FC236}">
                    <a16:creationId xmlns:a16="http://schemas.microsoft.com/office/drawing/2014/main" id="{2C3C0B31-417F-53A6-B625-20837908F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67" name="Line 29">
                <a:extLst>
                  <a:ext uri="{FF2B5EF4-FFF2-40B4-BE49-F238E27FC236}">
                    <a16:creationId xmlns:a16="http://schemas.microsoft.com/office/drawing/2014/main" id="{916BF3E1-9CCB-6F93-A067-D980592B8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612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/>
      <p:bldP spid="9" grpId="0"/>
      <p:bldP spid="27" grpId="0"/>
      <p:bldP spid="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EB4FB1C7-756F-4541-2381-FAC8DCCBC337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EB4FB1C7-756F-4541-2381-FAC8DCCBC3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半闭框 130">
            <a:extLst>
              <a:ext uri="{FF2B5EF4-FFF2-40B4-BE49-F238E27FC236}">
                <a16:creationId xmlns:a16="http://schemas.microsoft.com/office/drawing/2014/main" id="{44F8CBCD-2E75-2242-B224-14FC49F56FE8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2" name="半闭框 131">
            <a:extLst>
              <a:ext uri="{FF2B5EF4-FFF2-40B4-BE49-F238E27FC236}">
                <a16:creationId xmlns:a16="http://schemas.microsoft.com/office/drawing/2014/main" id="{D7B9049F-8F81-ACF0-EB07-81FDB5DAF3A4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" name="半闭框 132">
            <a:extLst>
              <a:ext uri="{FF2B5EF4-FFF2-40B4-BE49-F238E27FC236}">
                <a16:creationId xmlns:a16="http://schemas.microsoft.com/office/drawing/2014/main" id="{132ABBE0-61A6-B7BF-3BBF-74622F29E385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34" name="半闭框 133">
            <a:extLst>
              <a:ext uri="{FF2B5EF4-FFF2-40B4-BE49-F238E27FC236}">
                <a16:creationId xmlns:a16="http://schemas.microsoft.com/office/drawing/2014/main" id="{AC9A5F52-0848-CFC3-7ACA-642A6015EBEF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6" name="Rectangle 17">
            <a:extLst>
              <a:ext uri="{FF2B5EF4-FFF2-40B4-BE49-F238E27FC236}">
                <a16:creationId xmlns:a16="http://schemas.microsoft.com/office/drawing/2014/main" id="{8583F020-DEA2-FB7D-BB82-2144563D3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6843" y="1278072"/>
            <a:ext cx="1447800" cy="2139154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6C4B4CC-CC56-5A43-A6B4-8CDFE502B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492" y="657577"/>
            <a:ext cx="4563268" cy="935236"/>
          </a:xfrm>
          <a:prstGeom prst="rect">
            <a:avLst/>
          </a:prstGeom>
          <a:solidFill>
            <a:srgbClr val="04926A">
              <a:alpha val="20000"/>
            </a:srgbClr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 </a:t>
            </a: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已知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2">
                <a:extLst>
                  <a:ext uri="{FF2B5EF4-FFF2-40B4-BE49-F238E27FC236}">
                    <a16:creationId xmlns:a16="http://schemas.microsoft.com/office/drawing/2014/main" id="{5AB7351C-3F84-9CC0-CFEA-6727CAB700CB}"/>
                  </a:ext>
                </a:extLst>
              </p:cNvPr>
              <p:cNvSpPr txBox="1"/>
              <p:nvPr/>
            </p:nvSpPr>
            <p:spPr bwMode="auto">
              <a:xfrm>
                <a:off x="3379015" y="3535598"/>
                <a:ext cx="4521467" cy="912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                                   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en-US" altLang="zh-C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      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12">
                <a:extLst>
                  <a:ext uri="{FF2B5EF4-FFF2-40B4-BE49-F238E27FC236}">
                    <a16:creationId xmlns:a16="http://schemas.microsoft.com/office/drawing/2014/main" id="{5AB7351C-3F84-9CC0-CFEA-6727CAB70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9015" y="3535598"/>
                <a:ext cx="4521467" cy="9128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4">
                <a:extLst>
                  <a:ext uri="{FF2B5EF4-FFF2-40B4-BE49-F238E27FC236}">
                    <a16:creationId xmlns:a16="http://schemas.microsoft.com/office/drawing/2014/main" id="{A6BEB376-6098-7362-D9C6-C32C1369EB97}"/>
                  </a:ext>
                </a:extLst>
              </p:cNvPr>
              <p:cNvSpPr txBox="1"/>
              <p:nvPr/>
            </p:nvSpPr>
            <p:spPr bwMode="auto">
              <a:xfrm>
                <a:off x="4278757" y="3597142"/>
                <a:ext cx="255976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" name="Object 34">
                <a:extLst>
                  <a:ext uri="{FF2B5EF4-FFF2-40B4-BE49-F238E27FC236}">
                    <a16:creationId xmlns:a16="http://schemas.microsoft.com/office/drawing/2014/main" id="{A6BEB376-6098-7362-D9C6-C32C1369E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8757" y="3597142"/>
                <a:ext cx="255976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A02D6011-E026-6913-D1FE-9E2346B78B23}"/>
                  </a:ext>
                </a:extLst>
              </p:cNvPr>
              <p:cNvSpPr txBox="1"/>
              <p:nvPr/>
            </p:nvSpPr>
            <p:spPr bwMode="auto">
              <a:xfrm>
                <a:off x="3385056" y="1660182"/>
                <a:ext cx="1464629" cy="8781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A02D6011-E026-6913-D1FE-9E2346B78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5056" y="1660182"/>
                <a:ext cx="1464629" cy="8781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2">
            <a:extLst>
              <a:ext uri="{FF2B5EF4-FFF2-40B4-BE49-F238E27FC236}">
                <a16:creationId xmlns:a16="http://schemas.microsoft.com/office/drawing/2014/main" id="{AC7FD303-4C0F-4D53-B0D0-5BBEAE510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839" y="1670122"/>
            <a:ext cx="457200" cy="853925"/>
          </a:xfrm>
          <a:prstGeom prst="ellips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B7C21496-755C-6A34-EBCE-764762BEAFDC}"/>
                  </a:ext>
                </a:extLst>
              </p:cNvPr>
              <p:cNvSpPr txBox="1"/>
              <p:nvPr/>
            </p:nvSpPr>
            <p:spPr bwMode="auto">
              <a:xfrm>
                <a:off x="2238642" y="1641826"/>
                <a:ext cx="1244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(2)  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B7C21496-755C-6A34-EBCE-764762BE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8642" y="1641826"/>
                <a:ext cx="1244600" cy="965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0EC7026F-308A-1760-921C-EDC4DA97197F}"/>
                  </a:ext>
                </a:extLst>
              </p:cNvPr>
              <p:cNvSpPr txBox="1"/>
              <p:nvPr/>
            </p:nvSpPr>
            <p:spPr bwMode="auto">
              <a:xfrm>
                <a:off x="3262710" y="742607"/>
                <a:ext cx="3361798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0EC7026F-308A-1760-921C-EDC4DA971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2710" y="742607"/>
                <a:ext cx="3361798" cy="9175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4">
            <a:extLst>
              <a:ext uri="{FF2B5EF4-FFF2-40B4-BE49-F238E27FC236}">
                <a16:creationId xmlns:a16="http://schemas.microsoft.com/office/drawing/2014/main" id="{94860FCE-FA69-67F8-B806-F93CE87D3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10" y="1588718"/>
            <a:ext cx="1883031" cy="985134"/>
          </a:xfrm>
          <a:prstGeom prst="rect">
            <a:avLst/>
          </a:prstGeom>
          <a:solidFill>
            <a:schemeClr val="bg1"/>
          </a:solidFill>
          <a:ln w="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7">
                <a:extLst>
                  <a:ext uri="{FF2B5EF4-FFF2-40B4-BE49-F238E27FC236}">
                    <a16:creationId xmlns:a16="http://schemas.microsoft.com/office/drawing/2014/main" id="{A3F52B19-2930-571A-193D-ECA09C3DDB18}"/>
                  </a:ext>
                </a:extLst>
              </p:cNvPr>
              <p:cNvSpPr txBox="1"/>
              <p:nvPr/>
            </p:nvSpPr>
            <p:spPr bwMode="auto">
              <a:xfrm>
                <a:off x="3386061" y="1618644"/>
                <a:ext cx="1650606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en-US" altLang="zh-C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 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.</m:t>
                          </m:r>
                        </m:e>
                        <m:sup>
                          <m:r>
                            <a:rPr kumimoji="1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4" name="Object 27">
                <a:extLst>
                  <a:ext uri="{FF2B5EF4-FFF2-40B4-BE49-F238E27FC236}">
                    <a16:creationId xmlns:a16="http://schemas.microsoft.com/office/drawing/2014/main" id="{A3F52B19-2930-571A-193D-ECA09C3DD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6061" y="1618644"/>
                <a:ext cx="1650606" cy="914400"/>
              </a:xfrm>
              <a:prstGeom prst="rect">
                <a:avLst/>
              </a:prstGeom>
              <a:blipFill>
                <a:blip r:embed="rId8"/>
                <a:stretch>
                  <a:fillRect r="-14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8">
                <a:extLst>
                  <a:ext uri="{FF2B5EF4-FFF2-40B4-BE49-F238E27FC236}">
                    <a16:creationId xmlns:a16="http://schemas.microsoft.com/office/drawing/2014/main" id="{3F36C593-B0FC-F6B4-B95B-068899C926FA}"/>
                  </a:ext>
                </a:extLst>
              </p:cNvPr>
              <p:cNvSpPr txBox="1"/>
              <p:nvPr/>
            </p:nvSpPr>
            <p:spPr bwMode="auto">
              <a:xfrm>
                <a:off x="4300461" y="1684525"/>
                <a:ext cx="444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5" name="Object 28">
                <a:extLst>
                  <a:ext uri="{FF2B5EF4-FFF2-40B4-BE49-F238E27FC236}">
                    <a16:creationId xmlns:a16="http://schemas.microsoft.com/office/drawing/2014/main" id="{3F36C593-B0FC-F6B4-B95B-068899C92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0461" y="1684525"/>
                <a:ext cx="444500" cy="927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9">
                <a:extLst>
                  <a:ext uri="{FF2B5EF4-FFF2-40B4-BE49-F238E27FC236}">
                    <a16:creationId xmlns:a16="http://schemas.microsoft.com/office/drawing/2014/main" id="{64ED00F1-7507-296C-52B9-6AE971485CC0}"/>
                  </a:ext>
                </a:extLst>
              </p:cNvPr>
              <p:cNvSpPr txBox="1"/>
              <p:nvPr/>
            </p:nvSpPr>
            <p:spPr bwMode="auto">
              <a:xfrm>
                <a:off x="5736696" y="1661193"/>
                <a:ext cx="1511300" cy="773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​​</m:t>
                      </m:r>
                      <m:d>
                        <m:dPr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 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𝑢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en-US" altLang="zh-CN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  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6" name="Object 29">
                <a:extLst>
                  <a:ext uri="{FF2B5EF4-FFF2-40B4-BE49-F238E27FC236}">
                    <a16:creationId xmlns:a16="http://schemas.microsoft.com/office/drawing/2014/main" id="{64ED00F1-7507-296C-52B9-6AE971485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696" y="1661193"/>
                <a:ext cx="1511300" cy="773113"/>
              </a:xfrm>
              <a:prstGeom prst="rect">
                <a:avLst/>
              </a:prstGeom>
              <a:blipFill>
                <a:blip r:embed="rId10"/>
                <a:stretch>
                  <a:fillRect b="-39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0">
                <a:extLst>
                  <a:ext uri="{FF2B5EF4-FFF2-40B4-BE49-F238E27FC236}">
                    <a16:creationId xmlns:a16="http://schemas.microsoft.com/office/drawing/2014/main" id="{8C4824B3-7767-F0BC-8312-3FBA75BB0593}"/>
                  </a:ext>
                </a:extLst>
              </p:cNvPr>
              <p:cNvSpPr txBox="1"/>
              <p:nvPr/>
            </p:nvSpPr>
            <p:spPr bwMode="auto">
              <a:xfrm>
                <a:off x="6624508" y="1685006"/>
                <a:ext cx="444500" cy="735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7" name="Object 30">
                <a:extLst>
                  <a:ext uri="{FF2B5EF4-FFF2-40B4-BE49-F238E27FC236}">
                    <a16:creationId xmlns:a16="http://schemas.microsoft.com/office/drawing/2014/main" id="{8C4824B3-7767-F0BC-8312-3FBA75BB0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4508" y="1685006"/>
                <a:ext cx="444500" cy="7350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5">
                <a:extLst>
                  <a:ext uri="{FF2B5EF4-FFF2-40B4-BE49-F238E27FC236}">
                    <a16:creationId xmlns:a16="http://schemas.microsoft.com/office/drawing/2014/main" id="{6999273C-D084-A40C-B1D3-30791F8AB7F3}"/>
                  </a:ext>
                </a:extLst>
              </p:cNvPr>
              <p:cNvSpPr txBox="1"/>
              <p:nvPr/>
            </p:nvSpPr>
            <p:spPr bwMode="auto">
              <a:xfrm>
                <a:off x="3382237" y="4524805"/>
                <a:ext cx="2006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9" name="Object 35">
                <a:extLst>
                  <a:ext uri="{FF2B5EF4-FFF2-40B4-BE49-F238E27FC236}">
                    <a16:creationId xmlns:a16="http://schemas.microsoft.com/office/drawing/2014/main" id="{6999273C-D084-A40C-B1D3-30791F8AB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2237" y="4524805"/>
                <a:ext cx="2006600" cy="965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6">
                <a:extLst>
                  <a:ext uri="{FF2B5EF4-FFF2-40B4-BE49-F238E27FC236}">
                    <a16:creationId xmlns:a16="http://schemas.microsoft.com/office/drawing/2014/main" id="{AE9639B8-0543-D4E2-3430-59789484D03C}"/>
                  </a:ext>
                </a:extLst>
              </p:cNvPr>
              <p:cNvSpPr txBox="1"/>
              <p:nvPr/>
            </p:nvSpPr>
            <p:spPr bwMode="auto">
              <a:xfrm>
                <a:off x="3381047" y="5435473"/>
                <a:ext cx="26670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 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0" name="Object 36">
                <a:extLst>
                  <a:ext uri="{FF2B5EF4-FFF2-40B4-BE49-F238E27FC236}">
                    <a16:creationId xmlns:a16="http://schemas.microsoft.com/office/drawing/2014/main" id="{AE9639B8-0543-D4E2-3430-59789484D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047" y="5435473"/>
                <a:ext cx="2667000" cy="914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7">
                <a:extLst>
                  <a:ext uri="{FF2B5EF4-FFF2-40B4-BE49-F238E27FC236}">
                    <a16:creationId xmlns:a16="http://schemas.microsoft.com/office/drawing/2014/main" id="{A407A88C-C08E-F6A0-40B9-8FF28F8766B0}"/>
                  </a:ext>
                </a:extLst>
              </p:cNvPr>
              <p:cNvSpPr txBox="1"/>
              <p:nvPr/>
            </p:nvSpPr>
            <p:spPr bwMode="auto">
              <a:xfrm>
                <a:off x="5096142" y="1872331"/>
                <a:ext cx="720724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1" name="Object 37">
                <a:extLst>
                  <a:ext uri="{FF2B5EF4-FFF2-40B4-BE49-F238E27FC236}">
                    <a16:creationId xmlns:a16="http://schemas.microsoft.com/office/drawing/2014/main" id="{A407A88C-C08E-F6A0-40B9-8FF28F876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6142" y="1872331"/>
                <a:ext cx="720724" cy="419100"/>
              </a:xfrm>
              <a:prstGeom prst="rect">
                <a:avLst/>
              </a:prstGeom>
              <a:blipFill>
                <a:blip r:embed="rId14"/>
                <a:stretch>
                  <a:fillRect r="-93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8">
                <a:extLst>
                  <a:ext uri="{FF2B5EF4-FFF2-40B4-BE49-F238E27FC236}">
                    <a16:creationId xmlns:a16="http://schemas.microsoft.com/office/drawing/2014/main" id="{790BA9F2-523A-D93F-EA63-A7FC74F13D8C}"/>
                  </a:ext>
                </a:extLst>
              </p:cNvPr>
              <p:cNvSpPr txBox="1"/>
              <p:nvPr/>
            </p:nvSpPr>
            <p:spPr bwMode="auto">
              <a:xfrm>
                <a:off x="7258317" y="1694531"/>
                <a:ext cx="774700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2" name="Object 38">
                <a:extLst>
                  <a:ext uri="{FF2B5EF4-FFF2-40B4-BE49-F238E27FC236}">
                    <a16:creationId xmlns:a16="http://schemas.microsoft.com/office/drawing/2014/main" id="{790BA9F2-523A-D93F-EA63-A7FC74F13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58317" y="1694531"/>
                <a:ext cx="774700" cy="9017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42">
            <a:extLst>
              <a:ext uri="{FF2B5EF4-FFF2-40B4-BE49-F238E27FC236}">
                <a16:creationId xmlns:a16="http://schemas.microsoft.com/office/drawing/2014/main" id="{DDDF7F3E-AB2E-4C59-6C84-EB2154A95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2360" y="757170"/>
            <a:ext cx="284163" cy="360362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38" name="Rectangle 44">
            <a:extLst>
              <a:ext uri="{FF2B5EF4-FFF2-40B4-BE49-F238E27FC236}">
                <a16:creationId xmlns:a16="http://schemas.microsoft.com/office/drawing/2014/main" id="{77FC457E-3E54-887D-2A24-4DDF635F7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360" y="699152"/>
            <a:ext cx="2445940" cy="858436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5">
                <a:extLst>
                  <a:ext uri="{FF2B5EF4-FFF2-40B4-BE49-F238E27FC236}">
                    <a16:creationId xmlns:a16="http://schemas.microsoft.com/office/drawing/2014/main" id="{88F9332E-9331-432A-870F-8CCC6C19909B}"/>
                  </a:ext>
                </a:extLst>
              </p:cNvPr>
              <p:cNvSpPr txBox="1"/>
              <p:nvPr/>
            </p:nvSpPr>
            <p:spPr bwMode="auto">
              <a:xfrm>
                <a:off x="4879199" y="4526710"/>
                <a:ext cx="31115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 − 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9" name="Object 45">
                <a:extLst>
                  <a:ext uri="{FF2B5EF4-FFF2-40B4-BE49-F238E27FC236}">
                    <a16:creationId xmlns:a16="http://schemas.microsoft.com/office/drawing/2014/main" id="{88F9332E-9331-432A-870F-8CCC6C199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9199" y="4526710"/>
                <a:ext cx="3111500" cy="965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46">
                <a:extLst>
                  <a:ext uri="{FF2B5EF4-FFF2-40B4-BE49-F238E27FC236}">
                    <a16:creationId xmlns:a16="http://schemas.microsoft.com/office/drawing/2014/main" id="{C53F01EE-CB81-40A7-F0B1-36F437D674F6}"/>
                  </a:ext>
                </a:extLst>
              </p:cNvPr>
              <p:cNvSpPr txBox="1"/>
              <p:nvPr/>
            </p:nvSpPr>
            <p:spPr bwMode="auto">
              <a:xfrm>
                <a:off x="7447139" y="4528615"/>
                <a:ext cx="18669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0" name="Object 46">
                <a:extLst>
                  <a:ext uri="{FF2B5EF4-FFF2-40B4-BE49-F238E27FC236}">
                    <a16:creationId xmlns:a16="http://schemas.microsoft.com/office/drawing/2014/main" id="{C53F01EE-CB81-40A7-F0B1-36F437D67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7139" y="4528615"/>
                <a:ext cx="1866900" cy="9652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7">
                <a:extLst>
                  <a:ext uri="{FF2B5EF4-FFF2-40B4-BE49-F238E27FC236}">
                    <a16:creationId xmlns:a16="http://schemas.microsoft.com/office/drawing/2014/main" id="{F9364716-3937-C3CA-F386-A0E62D97EDF3}"/>
                  </a:ext>
                </a:extLst>
              </p:cNvPr>
              <p:cNvSpPr txBox="1"/>
              <p:nvPr/>
            </p:nvSpPr>
            <p:spPr bwMode="auto">
              <a:xfrm>
                <a:off x="5249484" y="4760787"/>
                <a:ext cx="474980" cy="4970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2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1" name="Object 47">
                <a:extLst>
                  <a:ext uri="{FF2B5EF4-FFF2-40B4-BE49-F238E27FC236}">
                    <a16:creationId xmlns:a16="http://schemas.microsoft.com/office/drawing/2014/main" id="{F9364716-3937-C3CA-F386-A0E62D97E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9484" y="4760787"/>
                <a:ext cx="474980" cy="497045"/>
              </a:xfrm>
              <a:prstGeom prst="rect">
                <a:avLst/>
              </a:prstGeom>
              <a:blipFill>
                <a:blip r:embed="rId18"/>
                <a:stretch>
                  <a:fillRect l="-12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48">
                <a:extLst>
                  <a:ext uri="{FF2B5EF4-FFF2-40B4-BE49-F238E27FC236}">
                    <a16:creationId xmlns:a16="http://schemas.microsoft.com/office/drawing/2014/main" id="{1B6DA056-6913-96DD-15F1-52818B5ED306}"/>
                  </a:ext>
                </a:extLst>
              </p:cNvPr>
              <p:cNvSpPr txBox="1"/>
              <p:nvPr/>
            </p:nvSpPr>
            <p:spPr bwMode="auto">
              <a:xfrm>
                <a:off x="5545661" y="5466445"/>
                <a:ext cx="18669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2" name="Object 48">
                <a:extLst>
                  <a:ext uri="{FF2B5EF4-FFF2-40B4-BE49-F238E27FC236}">
                    <a16:creationId xmlns:a16="http://schemas.microsoft.com/office/drawing/2014/main" id="{1B6DA056-6913-96DD-15F1-52818B5E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5661" y="5466445"/>
                <a:ext cx="1866900" cy="9652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ine 49">
            <a:extLst>
              <a:ext uri="{FF2B5EF4-FFF2-40B4-BE49-F238E27FC236}">
                <a16:creationId xmlns:a16="http://schemas.microsoft.com/office/drawing/2014/main" id="{EA35C94F-4C5F-E680-111E-4AF302E04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0" y="3462470"/>
            <a:ext cx="16002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44" name="Line 50">
            <a:extLst>
              <a:ext uri="{FF2B5EF4-FFF2-40B4-BE49-F238E27FC236}">
                <a16:creationId xmlns:a16="http://schemas.microsoft.com/office/drawing/2014/main" id="{11978FED-7928-B11C-1A39-0D4744075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2600" y="3462470"/>
            <a:ext cx="1163904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45" name="Line 51">
            <a:extLst>
              <a:ext uri="{FF2B5EF4-FFF2-40B4-BE49-F238E27FC236}">
                <a16:creationId xmlns:a16="http://schemas.microsoft.com/office/drawing/2014/main" id="{94952316-3B64-1B01-454B-0EEE40C03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696" y="3462470"/>
            <a:ext cx="1007004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46" name="Line 52">
            <a:extLst>
              <a:ext uri="{FF2B5EF4-FFF2-40B4-BE49-F238E27FC236}">
                <a16:creationId xmlns:a16="http://schemas.microsoft.com/office/drawing/2014/main" id="{52B2CDD8-175D-2C6F-13E8-D6027296B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0" y="3462470"/>
            <a:ext cx="3810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47" name="Line 53">
            <a:extLst>
              <a:ext uri="{FF2B5EF4-FFF2-40B4-BE49-F238E27FC236}">
                <a16:creationId xmlns:a16="http://schemas.microsoft.com/office/drawing/2014/main" id="{D7EB9D77-8725-794C-947E-78E58D2755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9476" y="4471270"/>
            <a:ext cx="1591663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54">
                <a:extLst>
                  <a:ext uri="{FF2B5EF4-FFF2-40B4-BE49-F238E27FC236}">
                    <a16:creationId xmlns:a16="http://schemas.microsoft.com/office/drawing/2014/main" id="{74C63077-7FB9-4742-E2F7-13B2701F14B0}"/>
                  </a:ext>
                </a:extLst>
              </p:cNvPr>
              <p:cNvSpPr txBox="1"/>
              <p:nvPr/>
            </p:nvSpPr>
            <p:spPr bwMode="auto">
              <a:xfrm>
                <a:off x="4101772" y="5496214"/>
                <a:ext cx="385712" cy="340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2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8" name="Object 54">
                <a:extLst>
                  <a:ext uri="{FF2B5EF4-FFF2-40B4-BE49-F238E27FC236}">
                    <a16:creationId xmlns:a16="http://schemas.microsoft.com/office/drawing/2014/main" id="{74C63077-7FB9-4742-E2F7-13B2701F1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1772" y="5496214"/>
                <a:ext cx="385712" cy="340913"/>
              </a:xfrm>
              <a:prstGeom prst="rect">
                <a:avLst/>
              </a:prstGeom>
              <a:blipFill>
                <a:blip r:embed="rId20"/>
                <a:stretch>
                  <a:fillRect l="-1587" b="-2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Line 55">
            <a:extLst>
              <a:ext uri="{FF2B5EF4-FFF2-40B4-BE49-F238E27FC236}">
                <a16:creationId xmlns:a16="http://schemas.microsoft.com/office/drawing/2014/main" id="{3B4EAE83-D8ED-12FA-B21F-B6420BC98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029" y="4471270"/>
            <a:ext cx="1371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50" name="Line 56">
            <a:extLst>
              <a:ext uri="{FF2B5EF4-FFF2-40B4-BE49-F238E27FC236}">
                <a16:creationId xmlns:a16="http://schemas.microsoft.com/office/drawing/2014/main" id="{868C3BDB-5743-0E3E-059A-C3FEF53AF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6119" y="4471270"/>
            <a:ext cx="1999636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51" name="Text Box 59">
            <a:extLst>
              <a:ext uri="{FF2B5EF4-FFF2-40B4-BE49-F238E27FC236}">
                <a16:creationId xmlns:a16="http://schemas.microsoft.com/office/drawing/2014/main" id="{41C242A5-8BE7-D25F-7F4A-A18A928F1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5469" y="3462470"/>
            <a:ext cx="157054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注意利用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已有公式</a:t>
            </a:r>
          </a:p>
        </p:txBody>
      </p:sp>
      <p:sp>
        <p:nvSpPr>
          <p:cNvPr id="52" name="Line 62">
            <a:extLst>
              <a:ext uri="{FF2B5EF4-FFF2-40B4-BE49-F238E27FC236}">
                <a16:creationId xmlns:a16="http://schemas.microsoft.com/office/drawing/2014/main" id="{F36D8B63-616B-92EC-358F-FEDCB93D5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909" y="4471905"/>
            <a:ext cx="4231156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11">
                <a:extLst>
                  <a:ext uri="{FF2B5EF4-FFF2-40B4-BE49-F238E27FC236}">
                    <a16:creationId xmlns:a16="http://schemas.microsoft.com/office/drawing/2014/main" id="{4430AB20-5A6A-F18C-0DA3-B7D663726869}"/>
                  </a:ext>
                </a:extLst>
              </p:cNvPr>
              <p:cNvSpPr txBox="1"/>
              <p:nvPr/>
            </p:nvSpPr>
            <p:spPr bwMode="auto">
              <a:xfrm>
                <a:off x="3385056" y="2524679"/>
                <a:ext cx="456908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                               </m:t>
                                  </m:r>
                                  <m:r>
                                    <a:rPr kumimoji="1" lang="en-US" altLang="zh-C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3" name="Object 11">
                <a:extLst>
                  <a:ext uri="{FF2B5EF4-FFF2-40B4-BE49-F238E27FC236}">
                    <a16:creationId xmlns:a16="http://schemas.microsoft.com/office/drawing/2014/main" id="{4430AB20-5A6A-F18C-0DA3-B7D66372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5056" y="2524679"/>
                <a:ext cx="4569088" cy="9144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Group 73">
            <a:extLst>
              <a:ext uri="{FF2B5EF4-FFF2-40B4-BE49-F238E27FC236}">
                <a16:creationId xmlns:a16="http://schemas.microsoft.com/office/drawing/2014/main" id="{CD2C1291-AA4F-EBAA-7242-22EC96EEAEC9}"/>
              </a:ext>
            </a:extLst>
          </p:cNvPr>
          <p:cNvGrpSpPr>
            <a:grpSpLocks/>
          </p:cNvGrpSpPr>
          <p:nvPr/>
        </p:nvGrpSpPr>
        <p:grpSpPr bwMode="auto">
          <a:xfrm>
            <a:off x="8803005" y="1616899"/>
            <a:ext cx="762000" cy="989013"/>
            <a:chOff x="4608" y="1404"/>
            <a:chExt cx="480" cy="6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Object 18">
                  <a:extLst>
                    <a:ext uri="{FF2B5EF4-FFF2-40B4-BE49-F238E27FC236}">
                      <a16:creationId xmlns:a16="http://schemas.microsoft.com/office/drawing/2014/main" id="{B4B883BC-A92B-D360-65FC-B15D7ED81B90}"/>
                    </a:ext>
                  </a:extLst>
                </p:cNvPr>
                <p:cNvSpPr txBox="1"/>
                <p:nvPr/>
              </p:nvSpPr>
              <p:spPr bwMode="auto">
                <a:xfrm>
                  <a:off x="4733" y="1404"/>
                  <a:ext cx="299" cy="4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bg1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08" name="Object 18">
                  <a:extLst>
                    <a:ext uri="{FF2B5EF4-FFF2-40B4-BE49-F238E27FC236}">
                      <a16:creationId xmlns:a16="http://schemas.microsoft.com/office/drawing/2014/main" id="{B4B883BC-A92B-D360-65FC-B15D7ED81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33" y="1404"/>
                  <a:ext cx="299" cy="4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Object 19">
                  <a:extLst>
                    <a:ext uri="{FF2B5EF4-FFF2-40B4-BE49-F238E27FC236}">
                      <a16:creationId xmlns:a16="http://schemas.microsoft.com/office/drawing/2014/main" id="{3A74CC8D-9A79-7AC4-980B-6E1B45B0150F}"/>
                    </a:ext>
                  </a:extLst>
                </p:cNvPr>
                <p:cNvSpPr txBox="1"/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09" name="Object 19">
                  <a:extLst>
                    <a:ext uri="{FF2B5EF4-FFF2-40B4-BE49-F238E27FC236}">
                      <a16:creationId xmlns:a16="http://schemas.microsoft.com/office/drawing/2014/main" id="{3A74CC8D-9A79-7AC4-980B-6E1B45B01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blipFill>
                  <a:blip r:embed="rId23"/>
                  <a:stretch>
                    <a:fillRect r="-2400" b="-109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Line 22">
              <a:extLst>
                <a:ext uri="{FF2B5EF4-FFF2-40B4-BE49-F238E27FC236}">
                  <a16:creationId xmlns:a16="http://schemas.microsoft.com/office/drawing/2014/main" id="{019212EF-970D-A622-0551-109282080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679"/>
              <a:ext cx="15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11" name="Line 23">
              <a:extLst>
                <a:ext uri="{FF2B5EF4-FFF2-40B4-BE49-F238E27FC236}">
                  <a16:creationId xmlns:a16="http://schemas.microsoft.com/office/drawing/2014/main" id="{D5D4AFDA-6B93-C8E4-95CA-FBC0ACF30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6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112" name="Group 75">
            <a:extLst>
              <a:ext uri="{FF2B5EF4-FFF2-40B4-BE49-F238E27FC236}">
                <a16:creationId xmlns:a16="http://schemas.microsoft.com/office/drawing/2014/main" id="{7122D5BB-F3C9-7035-1CBC-9289DFD9832D}"/>
              </a:ext>
            </a:extLst>
          </p:cNvPr>
          <p:cNvGrpSpPr>
            <a:grpSpLocks/>
          </p:cNvGrpSpPr>
          <p:nvPr/>
        </p:nvGrpSpPr>
        <p:grpSpPr bwMode="auto">
          <a:xfrm>
            <a:off x="8584723" y="2626551"/>
            <a:ext cx="647700" cy="534988"/>
            <a:chOff x="4393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Object 20">
                  <a:extLst>
                    <a:ext uri="{FF2B5EF4-FFF2-40B4-BE49-F238E27FC236}">
                      <a16:creationId xmlns:a16="http://schemas.microsoft.com/office/drawing/2014/main" id="{5C572C08-38CB-D1BE-6CEF-876D9F52D3FE}"/>
                    </a:ext>
                  </a:extLst>
                </p:cNvPr>
                <p:cNvSpPr txBox="1"/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3" name="Object 20">
                  <a:extLst>
                    <a:ext uri="{FF2B5EF4-FFF2-40B4-BE49-F238E27FC236}">
                      <a16:creationId xmlns:a16="http://schemas.microsoft.com/office/drawing/2014/main" id="{5C572C08-38CB-D1BE-6CEF-876D9F52D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blipFill>
                  <a:blip r:embed="rId24"/>
                  <a:stretch>
                    <a:fillRect r="-7477" b="-51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Group 24">
              <a:extLst>
                <a:ext uri="{FF2B5EF4-FFF2-40B4-BE49-F238E27FC236}">
                  <a16:creationId xmlns:a16="http://schemas.microsoft.com/office/drawing/2014/main" id="{30B5A66A-F3EE-63E9-F5F1-AE902C647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12"/>
              <a:ext cx="192" cy="192"/>
              <a:chOff x="4272" y="1488"/>
              <a:chExt cx="192" cy="192"/>
            </a:xfrm>
          </p:grpSpPr>
          <p:sp>
            <p:nvSpPr>
              <p:cNvPr id="115" name="Line 25">
                <a:extLst>
                  <a:ext uri="{FF2B5EF4-FFF2-40B4-BE49-F238E27FC236}">
                    <a16:creationId xmlns:a16="http://schemas.microsoft.com/office/drawing/2014/main" id="{DA026294-21F4-53D8-A12E-648E9ECC9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116" name="Line 26">
                <a:extLst>
                  <a:ext uri="{FF2B5EF4-FFF2-40B4-BE49-F238E27FC236}">
                    <a16:creationId xmlns:a16="http://schemas.microsoft.com/office/drawing/2014/main" id="{18831092-3403-2F8C-4F3E-ABD316777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7" name="Group 76">
            <a:extLst>
              <a:ext uri="{FF2B5EF4-FFF2-40B4-BE49-F238E27FC236}">
                <a16:creationId xmlns:a16="http://schemas.microsoft.com/office/drawing/2014/main" id="{A5EF342C-C9A0-1484-5AC6-55DBF8544B1E}"/>
              </a:ext>
            </a:extLst>
          </p:cNvPr>
          <p:cNvGrpSpPr>
            <a:grpSpLocks/>
          </p:cNvGrpSpPr>
          <p:nvPr/>
        </p:nvGrpSpPr>
        <p:grpSpPr bwMode="auto">
          <a:xfrm>
            <a:off x="9182020" y="2626551"/>
            <a:ext cx="647700" cy="534988"/>
            <a:chOff x="4932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Object 21">
                  <a:extLst>
                    <a:ext uri="{FF2B5EF4-FFF2-40B4-BE49-F238E27FC236}">
                      <a16:creationId xmlns:a16="http://schemas.microsoft.com/office/drawing/2014/main" id="{D944953E-8462-C56E-2CE7-FB3C7841FDE8}"/>
                    </a:ext>
                  </a:extLst>
                </p:cNvPr>
                <p:cNvSpPr txBox="1"/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8" name="Object 21">
                  <a:extLst>
                    <a:ext uri="{FF2B5EF4-FFF2-40B4-BE49-F238E27FC236}">
                      <a16:creationId xmlns:a16="http://schemas.microsoft.com/office/drawing/2014/main" id="{D944953E-8462-C56E-2CE7-FB3C7841FD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blipFill>
                  <a:blip r:embed="rId25"/>
                  <a:stretch>
                    <a:fillRect r="-8491" b="-51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9" name="Group 27">
              <a:extLst>
                <a:ext uri="{FF2B5EF4-FFF2-40B4-BE49-F238E27FC236}">
                  <a16:creationId xmlns:a16="http://schemas.microsoft.com/office/drawing/2014/main" id="{2363871B-63D9-EC40-736C-5FDFAAD11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2112"/>
              <a:ext cx="192" cy="192"/>
              <a:chOff x="4272" y="1488"/>
              <a:chExt cx="192" cy="192"/>
            </a:xfrm>
          </p:grpSpPr>
          <p:sp>
            <p:nvSpPr>
              <p:cNvPr id="120" name="Line 28">
                <a:extLst>
                  <a:ext uri="{FF2B5EF4-FFF2-40B4-BE49-F238E27FC236}">
                    <a16:creationId xmlns:a16="http://schemas.microsoft.com/office/drawing/2014/main" id="{6BD67479-B6CD-727A-8CA4-2D4E64574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121" name="Line 29">
                <a:extLst>
                  <a:ext uri="{FF2B5EF4-FFF2-40B4-BE49-F238E27FC236}">
                    <a16:creationId xmlns:a16="http://schemas.microsoft.com/office/drawing/2014/main" id="{8A1AB78C-3972-3C17-CECB-08BA9E9AF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p:grpSp>
      </p:grpSp>
      <p:sp>
        <p:nvSpPr>
          <p:cNvPr id="122" name="Oval 42">
            <a:extLst>
              <a:ext uri="{FF2B5EF4-FFF2-40B4-BE49-F238E27FC236}">
                <a16:creationId xmlns:a16="http://schemas.microsoft.com/office/drawing/2014/main" id="{E599EB85-4FE5-E06C-1B81-33D1DFBF5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437" y="757170"/>
            <a:ext cx="284163" cy="360362"/>
          </a:xfrm>
          <a:prstGeom prst="ellips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23" name="Oval 42">
            <a:extLst>
              <a:ext uri="{FF2B5EF4-FFF2-40B4-BE49-F238E27FC236}">
                <a16:creationId xmlns:a16="http://schemas.microsoft.com/office/drawing/2014/main" id="{3590ACBD-20D6-B794-71E8-2E841D4DD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757170"/>
            <a:ext cx="284163" cy="360362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1">
                <a:extLst>
                  <a:ext uri="{FF2B5EF4-FFF2-40B4-BE49-F238E27FC236}">
                    <a16:creationId xmlns:a16="http://schemas.microsoft.com/office/drawing/2014/main" id="{D2FDD89E-570F-3AC6-94DB-1B1AB7128E79}"/>
                  </a:ext>
                </a:extLst>
              </p:cNvPr>
              <p:cNvSpPr txBox="1"/>
              <p:nvPr/>
            </p:nvSpPr>
            <p:spPr bwMode="auto">
              <a:xfrm>
                <a:off x="4275406" y="2584808"/>
                <a:ext cx="2577070" cy="7485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8" name="Object 31">
                <a:extLst>
                  <a:ext uri="{FF2B5EF4-FFF2-40B4-BE49-F238E27FC236}">
                    <a16:creationId xmlns:a16="http://schemas.microsoft.com/office/drawing/2014/main" id="{D2FDD89E-570F-3AC6-94DB-1B1AB7128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5406" y="2584808"/>
                <a:ext cx="2577070" cy="7485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39">
            <a:extLst>
              <a:ext uri="{FF2B5EF4-FFF2-40B4-BE49-F238E27FC236}">
                <a16:creationId xmlns:a16="http://schemas.microsoft.com/office/drawing/2014/main" id="{05F9D7C0-1E68-E864-14C0-D6FE9B313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8422" y="1328494"/>
            <a:ext cx="623340" cy="722313"/>
          </a:xfrm>
          <a:prstGeom prst="rect">
            <a:avLst/>
          </a:prstGeom>
          <a:solidFill>
            <a:srgbClr val="04926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Object 18">
                <a:extLst>
                  <a:ext uri="{FF2B5EF4-FFF2-40B4-BE49-F238E27FC236}">
                    <a16:creationId xmlns:a16="http://schemas.microsoft.com/office/drawing/2014/main" id="{4C87EAB9-1CB0-B04A-4C6A-7618B0480973}"/>
                  </a:ext>
                </a:extLst>
              </p:cNvPr>
              <p:cNvSpPr txBox="1"/>
              <p:nvPr/>
            </p:nvSpPr>
            <p:spPr bwMode="auto">
              <a:xfrm>
                <a:off x="8937942" y="1304945"/>
                <a:ext cx="474663" cy="722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28" name="Object 18">
                <a:extLst>
                  <a:ext uri="{FF2B5EF4-FFF2-40B4-BE49-F238E27FC236}">
                    <a16:creationId xmlns:a16="http://schemas.microsoft.com/office/drawing/2014/main" id="{4C87EAB9-1CB0-B04A-4C6A-7618B0480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7942" y="1304945"/>
                <a:ext cx="474663" cy="72231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31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2" grpId="0" animBg="1"/>
      <p:bldP spid="3" grpId="0"/>
      <p:bldP spid="4" grpId="0"/>
      <p:bldP spid="6" grpId="0"/>
      <p:bldP spid="5" grpId="0" animBg="1"/>
      <p:bldP spid="7" grpId="0"/>
      <p:bldP spid="8" grpId="0"/>
      <p:bldP spid="23" grpId="0" animBg="1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6" grpId="0" animBg="1"/>
      <p:bldP spid="38" grpId="0" animBg="1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 animBg="1"/>
      <p:bldP spid="50" grpId="0" animBg="1"/>
      <p:bldP spid="51" grpId="0"/>
      <p:bldP spid="52" grpId="0" animBg="1"/>
      <p:bldP spid="53" grpId="0"/>
      <p:bldP spid="122" grpId="0" animBg="1"/>
      <p:bldP spid="123" grpId="0" animBg="1"/>
      <p:bldP spid="28" grpId="0"/>
      <p:bldP spid="125" grpId="0" animBg="1"/>
      <p:bldP spid="1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21B9878-BFF3-1D54-F8AF-42B589F9C2EB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21B9878-BFF3-1D54-F8AF-42B589F9C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半闭框 69">
            <a:extLst>
              <a:ext uri="{FF2B5EF4-FFF2-40B4-BE49-F238E27FC236}">
                <a16:creationId xmlns:a16="http://schemas.microsoft.com/office/drawing/2014/main" id="{B618109C-F16B-9C74-D217-750115C604D2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半闭框 70">
            <a:extLst>
              <a:ext uri="{FF2B5EF4-FFF2-40B4-BE49-F238E27FC236}">
                <a16:creationId xmlns:a16="http://schemas.microsoft.com/office/drawing/2014/main" id="{73E7FBAB-DF95-A984-4E34-42AAAAF6386A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>
            <a:extLst>
              <a:ext uri="{FF2B5EF4-FFF2-40B4-BE49-F238E27FC236}">
                <a16:creationId xmlns:a16="http://schemas.microsoft.com/office/drawing/2014/main" id="{89A69FF2-D2B6-B813-D6EF-1B6C313FF115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3" name="半闭框 72">
            <a:extLst>
              <a:ext uri="{FF2B5EF4-FFF2-40B4-BE49-F238E27FC236}">
                <a16:creationId xmlns:a16="http://schemas.microsoft.com/office/drawing/2014/main" id="{291DFAF3-D74F-06DE-1848-7BADADCADFAE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5B8C0DFE-4A0E-222B-D085-4DB6728FD4CC}"/>
                  </a:ext>
                </a:extLst>
              </p:cNvPr>
              <p:cNvSpPr txBox="1"/>
              <p:nvPr/>
            </p:nvSpPr>
            <p:spPr bwMode="auto">
              <a:xfrm>
                <a:off x="2905221" y="2703941"/>
                <a:ext cx="603250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5B8C0DFE-4A0E-222B-D085-4DB6728FD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5221" y="2703941"/>
                <a:ext cx="603250" cy="917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0EA7872-0EB9-1AD9-C99E-897952D62B4D}"/>
                  </a:ext>
                </a:extLst>
              </p:cNvPr>
              <p:cNvSpPr txBox="1"/>
              <p:nvPr/>
            </p:nvSpPr>
            <p:spPr bwMode="auto">
              <a:xfrm>
                <a:off x="2891711" y="4536817"/>
                <a:ext cx="2355850" cy="915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∴  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0EA7872-0EB9-1AD9-C99E-897952D62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1711" y="4536817"/>
                <a:ext cx="2355850" cy="9159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D2E91C3E-6BD5-F8B9-938E-E2DF4C8E975C}"/>
                  </a:ext>
                </a:extLst>
              </p:cNvPr>
              <p:cNvSpPr txBox="1"/>
              <p:nvPr/>
            </p:nvSpPr>
            <p:spPr bwMode="auto">
              <a:xfrm>
                <a:off x="2930525" y="600100"/>
                <a:ext cx="614363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D2E91C3E-6BD5-F8B9-938E-E2DF4C8E9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0525" y="600100"/>
                <a:ext cx="614363" cy="917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9A3CA881-6F42-BB86-D4FE-0DB36D294029}"/>
                  </a:ext>
                </a:extLst>
              </p:cNvPr>
              <p:cNvSpPr txBox="1"/>
              <p:nvPr/>
            </p:nvSpPr>
            <p:spPr bwMode="auto">
              <a:xfrm>
                <a:off x="3499581" y="602067"/>
                <a:ext cx="6380163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 −2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9A3CA881-6F42-BB86-D4FE-0DB36D294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9581" y="602067"/>
                <a:ext cx="6380163" cy="917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E3238808-598A-25BF-EDCE-D8D7C51055DC}"/>
                  </a:ext>
                </a:extLst>
              </p:cNvPr>
              <p:cNvSpPr txBox="1"/>
              <p:nvPr/>
            </p:nvSpPr>
            <p:spPr bwMode="auto">
              <a:xfrm>
                <a:off x="5183029" y="1543375"/>
                <a:ext cx="3921758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E3238808-598A-25BF-EDCE-D8D7C5105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3029" y="1543375"/>
                <a:ext cx="3921758" cy="9175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7CACC7EB-D758-6110-9B29-160066AE7A98}"/>
                  </a:ext>
                </a:extLst>
              </p:cNvPr>
              <p:cNvSpPr txBox="1"/>
              <p:nvPr/>
            </p:nvSpPr>
            <p:spPr bwMode="auto">
              <a:xfrm>
                <a:off x="5183029" y="3585740"/>
                <a:ext cx="4135437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2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7CACC7EB-D758-6110-9B29-160066AE7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3029" y="3585740"/>
                <a:ext cx="4135437" cy="9175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">
            <a:extLst>
              <a:ext uri="{FF2B5EF4-FFF2-40B4-BE49-F238E27FC236}">
                <a16:creationId xmlns:a16="http://schemas.microsoft.com/office/drawing/2014/main" id="{D784CE86-A208-120D-4166-2B62F2FAA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236" y="2269879"/>
            <a:ext cx="13573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同理可得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BEF97A62-374D-69B4-D344-EBEBAFD0DA47}"/>
                  </a:ext>
                </a:extLst>
              </p:cNvPr>
              <p:cNvSpPr txBox="1"/>
              <p:nvPr/>
            </p:nvSpPr>
            <p:spPr bwMode="auto">
              <a:xfrm>
                <a:off x="5024517" y="4538405"/>
                <a:ext cx="652462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BEF97A62-374D-69B4-D344-EBEBAFD0D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4517" y="4538405"/>
                <a:ext cx="652462" cy="9175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95D8AA06-71A4-B46B-DEA6-CE1CFA65FEC0}"/>
                  </a:ext>
                </a:extLst>
              </p:cNvPr>
              <p:cNvSpPr txBox="1"/>
              <p:nvPr/>
            </p:nvSpPr>
            <p:spPr bwMode="auto">
              <a:xfrm>
                <a:off x="6392941" y="4541580"/>
                <a:ext cx="1289050" cy="915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95D8AA06-71A4-B46B-DEA6-CE1CFA65F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2941" y="4541580"/>
                <a:ext cx="1289050" cy="9159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98B3E30E-9B80-750A-DD70-DDBD7A4A5153}"/>
                  </a:ext>
                </a:extLst>
              </p:cNvPr>
              <p:cNvSpPr txBox="1"/>
              <p:nvPr/>
            </p:nvSpPr>
            <p:spPr bwMode="auto">
              <a:xfrm>
                <a:off x="5470604" y="4582855"/>
                <a:ext cx="1060450" cy="869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98B3E30E-9B80-750A-DD70-DDBD7A4A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0604" y="4582855"/>
                <a:ext cx="1060450" cy="8699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91B371A8-57F8-65BB-4E03-CD8F17B0D114}"/>
                  </a:ext>
                </a:extLst>
              </p:cNvPr>
              <p:cNvSpPr txBox="1"/>
              <p:nvPr/>
            </p:nvSpPr>
            <p:spPr bwMode="auto">
              <a:xfrm>
                <a:off x="3499581" y="2705433"/>
                <a:ext cx="5993575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 +2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91B371A8-57F8-65BB-4E03-CD8F17B0D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9581" y="2705433"/>
                <a:ext cx="5993575" cy="9175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25">
            <a:extLst>
              <a:ext uri="{FF2B5EF4-FFF2-40B4-BE49-F238E27FC236}">
                <a16:creationId xmlns:a16="http://schemas.microsoft.com/office/drawing/2014/main" id="{870DB0DD-518A-38B6-EC08-0DCEA5E82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6707" y="1444967"/>
            <a:ext cx="1240755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0FA7A536-40EF-A489-330E-822D85AE8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0" y="709637"/>
            <a:ext cx="1912620" cy="663575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8CF2A2B5-F8D2-0806-20EB-F2B12AC03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280" y="1444967"/>
            <a:ext cx="1203960" cy="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C157EDF-3DC7-9AA7-EF86-5D43B934E742}"/>
                  </a:ext>
                </a:extLst>
              </p:cNvPr>
              <p:cNvSpPr txBox="1"/>
              <p:nvPr/>
            </p:nvSpPr>
            <p:spPr>
              <a:xfrm>
                <a:off x="4734042" y="5347456"/>
                <a:ext cx="1366043" cy="967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2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𝑢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C157EDF-3DC7-9AA7-EF86-5D43B934E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042" y="5347456"/>
                <a:ext cx="1366043" cy="9671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4A9BAC0-95AF-1CA9-9E29-E7B1F1D0F8BF}"/>
                  </a:ext>
                </a:extLst>
              </p:cNvPr>
              <p:cNvSpPr txBox="1"/>
              <p:nvPr/>
            </p:nvSpPr>
            <p:spPr>
              <a:xfrm>
                <a:off x="5500326" y="5388988"/>
                <a:ext cx="2698873" cy="85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𝜌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​​</m:t>
                          </m:r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𝜌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𝜕𝜌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​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𝑢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4A9BAC0-95AF-1CA9-9E29-E7B1F1D0F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26" y="5388988"/>
                <a:ext cx="2698873" cy="859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Line 27">
            <a:extLst>
              <a:ext uri="{FF2B5EF4-FFF2-40B4-BE49-F238E27FC236}">
                <a16:creationId xmlns:a16="http://schemas.microsoft.com/office/drawing/2014/main" id="{4B465717-8D01-CEBD-F10F-27298E8C6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0604" y="1653645"/>
            <a:ext cx="1912620" cy="66357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59" name="Line 27">
            <a:extLst>
              <a:ext uri="{FF2B5EF4-FFF2-40B4-BE49-F238E27FC236}">
                <a16:creationId xmlns:a16="http://schemas.microsoft.com/office/drawing/2014/main" id="{08B2FD44-850C-19FD-62A6-D7DCA0E32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0" y="2806114"/>
            <a:ext cx="1912620" cy="663575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0" name="Line 27">
            <a:extLst>
              <a:ext uri="{FF2B5EF4-FFF2-40B4-BE49-F238E27FC236}">
                <a16:creationId xmlns:a16="http://schemas.microsoft.com/office/drawing/2014/main" id="{A0B5453A-5832-12F0-E76B-7EC24C78D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0604" y="3723378"/>
            <a:ext cx="1912620" cy="66357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2" name="Line 25">
            <a:extLst>
              <a:ext uri="{FF2B5EF4-FFF2-40B4-BE49-F238E27FC236}">
                <a16:creationId xmlns:a16="http://schemas.microsoft.com/office/drawing/2014/main" id="{B0E24F1C-822C-BD68-1D56-13EA09448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6707" y="3552936"/>
            <a:ext cx="1240755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3" name="Line 29">
            <a:extLst>
              <a:ext uri="{FF2B5EF4-FFF2-40B4-BE49-F238E27FC236}">
                <a16:creationId xmlns:a16="http://schemas.microsoft.com/office/drawing/2014/main" id="{14CCCF0B-EFF0-6C2C-35AA-D07B6843A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280" y="3552936"/>
            <a:ext cx="1203960" cy="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6" name="Line 29">
            <a:extLst>
              <a:ext uri="{FF2B5EF4-FFF2-40B4-BE49-F238E27FC236}">
                <a16:creationId xmlns:a16="http://schemas.microsoft.com/office/drawing/2014/main" id="{5E42C425-0334-B6F6-F86E-01592B3BB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9520" y="2395165"/>
            <a:ext cx="120396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7" name="Line 29">
            <a:extLst>
              <a:ext uri="{FF2B5EF4-FFF2-40B4-BE49-F238E27FC236}">
                <a16:creationId xmlns:a16="http://schemas.microsoft.com/office/drawing/2014/main" id="{88548D94-DCCF-21D9-4A2B-6FAF9D27F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9520" y="4442133"/>
            <a:ext cx="120396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92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 animBg="1"/>
      <p:bldP spid="17" grpId="0" animBg="1"/>
      <p:bldP spid="19" grpId="0" animBg="1"/>
      <p:bldP spid="52" grpId="0"/>
      <p:bldP spid="53" grpId="0"/>
      <p:bldP spid="58" grpId="0" animBg="1"/>
      <p:bldP spid="59" grpId="0" animBg="1"/>
      <p:bldP spid="60" grpId="0" animBg="1"/>
      <p:bldP spid="62" grpId="0" animBg="1"/>
      <p:bldP spid="63" grpId="0" animBg="1"/>
      <p:bldP spid="66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46B94A0A-F19D-343B-AE5D-7006A805927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9" name="Rectangle 1">
              <a:extLst>
                <a:ext uri="{FF2B5EF4-FFF2-40B4-BE49-F238E27FC236}">
                  <a16:creationId xmlns:a16="http://schemas.microsoft.com/office/drawing/2014/main" id="{8581867D-F93C-72F8-0F47-4A724FE6857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圆角矩形 2">
              <a:extLst>
                <a:ext uri="{FF2B5EF4-FFF2-40B4-BE49-F238E27FC236}">
                  <a16:creationId xmlns:a16="http://schemas.microsoft.com/office/drawing/2014/main" id="{AC766FDE-5353-F64C-1DC4-F46EEBB50DB0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F87EE24-B2B7-B7D3-50A5-FC30B804BA34}"/>
                </a:ext>
              </a:extLst>
            </p:cNvPr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62" name="Rectangle 1">
                <a:extLst>
                  <a:ext uri="{FF2B5EF4-FFF2-40B4-BE49-F238E27FC236}">
                    <a16:creationId xmlns:a16="http://schemas.microsoft.com/office/drawing/2014/main" id="{30B166CF-C7F0-13A5-6596-B3A419770BB6}"/>
                  </a:ext>
                </a:extLst>
              </p:cNvPr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Rectangle 1">
                <a:extLst>
                  <a:ext uri="{FF2B5EF4-FFF2-40B4-BE49-F238E27FC236}">
                    <a16:creationId xmlns:a16="http://schemas.microsoft.com/office/drawing/2014/main" id="{71A0C7FE-A152-8CE5-1F6A-F7EF70C6CD06}"/>
                  </a:ext>
                </a:extLst>
              </p:cNvPr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3CB73D1A-0973-A84F-1C01-8C5F47D4784C}"/>
                  </a:ext>
                </a:extLst>
              </p:cNvPr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D51F2EDA-C7D4-31D9-FB2B-3FA5C9BF3856}"/>
                  </a:ext>
                </a:extLst>
              </p:cNvPr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3C11F00B-1468-1707-9DDC-4FA30963F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B5ADDD06-B92A-6CB9-B5F5-EE7AEBCA8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AD48DA30-58EB-F28C-CA74-28FFAA3C7AF9}"/>
              </a:ext>
            </a:extLst>
          </p:cNvPr>
          <p:cNvSpPr/>
          <p:nvPr/>
        </p:nvSpPr>
        <p:spPr>
          <a:xfrm>
            <a:off x="2740198" y="2150538"/>
            <a:ext cx="2310924" cy="957228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D8B837-842F-3631-16A5-2B0DAD2C184F}"/>
              </a:ext>
            </a:extLst>
          </p:cNvPr>
          <p:cNvSpPr/>
          <p:nvPr/>
        </p:nvSpPr>
        <p:spPr>
          <a:xfrm>
            <a:off x="2740198" y="5220916"/>
            <a:ext cx="2310924" cy="1057973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A88B62DA-3D05-EAAA-87BC-500CFBEA347C}"/>
              </a:ext>
            </a:extLst>
          </p:cNvPr>
          <p:cNvSpPr txBox="1">
            <a:spLocks noChangeArrowheads="1"/>
          </p:cNvSpPr>
          <p:nvPr/>
        </p:nvSpPr>
        <p:spPr>
          <a:xfrm>
            <a:off x="1130300" y="593725"/>
            <a:ext cx="4585702" cy="5191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四、全微分形式不变性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7DDC22C-3AF3-86C3-B1A6-54DAA6E00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478" y="1115259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94C6C54E-85B6-2A97-BBF0-8EFBD6E2A713}"/>
                  </a:ext>
                </a:extLst>
              </p:cNvPr>
              <p:cNvSpPr txBox="1"/>
              <p:nvPr/>
            </p:nvSpPr>
            <p:spPr bwMode="auto">
              <a:xfrm>
                <a:off x="3051637" y="1094889"/>
                <a:ext cx="6028401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94C6C54E-85B6-2A97-BBF0-8EFBD6E2A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1637" y="1094889"/>
                <a:ext cx="6028401" cy="409575"/>
              </a:xfrm>
              <a:prstGeom prst="rect">
                <a:avLst/>
              </a:prstGeom>
              <a:blipFill>
                <a:blip r:embed="rId2"/>
                <a:stretch>
                  <a:fillRect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036F760F-4C7B-E4E4-6BAA-E9ECCAD27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412" y="1594075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的全微分为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1BC2B824-780F-C5DF-CD4D-8475D595AF42}"/>
                  </a:ext>
                </a:extLst>
              </p:cNvPr>
              <p:cNvSpPr txBox="1"/>
              <p:nvPr/>
            </p:nvSpPr>
            <p:spPr bwMode="auto">
              <a:xfrm>
                <a:off x="1920213" y="2124875"/>
                <a:ext cx="3766212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1BC2B824-780F-C5DF-CD4D-8475D595A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0213" y="2124875"/>
                <a:ext cx="3766212" cy="898525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F9875978-45B4-5F1E-F6CD-FB8F30DBA970}"/>
                  </a:ext>
                </a:extLst>
              </p:cNvPr>
              <p:cNvSpPr txBox="1"/>
              <p:nvPr/>
            </p:nvSpPr>
            <p:spPr bwMode="auto">
              <a:xfrm>
                <a:off x="2391226" y="3110941"/>
                <a:ext cx="4269474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𝑣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8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F9875978-45B4-5F1E-F6CD-FB8F30DBA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226" y="3110941"/>
                <a:ext cx="4269474" cy="898525"/>
              </a:xfrm>
              <a:prstGeom prst="rect">
                <a:avLst/>
              </a:prstGeom>
              <a:blipFill>
                <a:blip r:embed="rId4"/>
                <a:stretch>
                  <a:fillRect b="-121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D99EA41C-F75A-DCA8-5FC8-4C88757423A8}"/>
                  </a:ext>
                </a:extLst>
              </p:cNvPr>
              <p:cNvSpPr txBox="1"/>
              <p:nvPr/>
            </p:nvSpPr>
            <p:spPr bwMode="auto">
              <a:xfrm>
                <a:off x="6227430" y="3104285"/>
                <a:ext cx="4067836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𝑣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D99EA41C-F75A-DCA8-5FC8-4C8875742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7430" y="3104285"/>
                <a:ext cx="4067836" cy="898525"/>
              </a:xfrm>
              <a:prstGeom prst="rect">
                <a:avLst/>
              </a:prstGeom>
              <a:blipFill>
                <a:blip r:embed="rId5"/>
                <a:stretch>
                  <a:fillRect b="-121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22D9E778-33E2-3571-19C5-3625A85DC406}"/>
                  </a:ext>
                </a:extLst>
              </p:cNvPr>
              <p:cNvSpPr txBox="1"/>
              <p:nvPr/>
            </p:nvSpPr>
            <p:spPr bwMode="auto">
              <a:xfrm>
                <a:off x="2391226" y="4133783"/>
                <a:ext cx="701675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22D9E778-33E2-3571-19C5-3625A85DC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226" y="4133783"/>
                <a:ext cx="701675" cy="898525"/>
              </a:xfrm>
              <a:prstGeom prst="rect">
                <a:avLst/>
              </a:prstGeom>
              <a:blipFill>
                <a:blip r:embed="rId6"/>
                <a:stretch>
                  <a:fillRect r="-252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F458E30F-94F7-C4D7-F998-08B0A3D004D0}"/>
                  </a:ext>
                </a:extLst>
              </p:cNvPr>
              <p:cNvSpPr txBox="1"/>
              <p:nvPr/>
            </p:nvSpPr>
            <p:spPr bwMode="auto">
              <a:xfrm>
                <a:off x="5847898" y="4140133"/>
                <a:ext cx="907377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F458E30F-94F7-C4D7-F998-08B0A3D00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7898" y="4140133"/>
                <a:ext cx="907377" cy="8985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CC869DB5-B830-A4A3-01A9-F2C4AE0EC9FD}"/>
                  </a:ext>
                </a:extLst>
              </p:cNvPr>
              <p:cNvSpPr txBox="1"/>
              <p:nvPr/>
            </p:nvSpPr>
            <p:spPr bwMode="auto">
              <a:xfrm>
                <a:off x="2392827" y="5268758"/>
                <a:ext cx="714375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CC869DB5-B830-A4A3-01A9-F2C4AE0EC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2827" y="5268758"/>
                <a:ext cx="714375" cy="898525"/>
              </a:xfrm>
              <a:prstGeom prst="rect">
                <a:avLst/>
              </a:prstGeom>
              <a:blipFill>
                <a:blip r:embed="rId8"/>
                <a:stretch>
                  <a:fillRect r="-222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2EE54DF1-70B8-7689-6E36-930B1D7564F7}"/>
                  </a:ext>
                </a:extLst>
              </p:cNvPr>
              <p:cNvSpPr txBox="1"/>
              <p:nvPr/>
            </p:nvSpPr>
            <p:spPr bwMode="auto">
              <a:xfrm>
                <a:off x="3127837" y="4099930"/>
                <a:ext cx="3018499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2EE54DF1-70B8-7689-6E36-930B1D756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837" y="4099930"/>
                <a:ext cx="3018499" cy="898525"/>
              </a:xfrm>
              <a:prstGeom prst="rect">
                <a:avLst/>
              </a:prstGeom>
              <a:blipFill>
                <a:blip r:embed="rId9"/>
                <a:stretch>
                  <a:fillRect b="-122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078203C6-3487-9AD8-AA72-1F6201D1D8B8}"/>
                  </a:ext>
                </a:extLst>
              </p:cNvPr>
              <p:cNvSpPr txBox="1"/>
              <p:nvPr/>
            </p:nvSpPr>
            <p:spPr bwMode="auto">
              <a:xfrm>
                <a:off x="6630206" y="4102033"/>
                <a:ext cx="2845130" cy="10495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078203C6-3487-9AD8-AA72-1F6201D1D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0206" y="4102033"/>
                <a:ext cx="2845130" cy="10495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24">
            <a:extLst>
              <a:ext uri="{FF2B5EF4-FFF2-40B4-BE49-F238E27FC236}">
                <a16:creationId xmlns:a16="http://schemas.microsoft.com/office/drawing/2014/main" id="{4D0CC10A-3F6F-AFF8-90F7-4EE61D0FE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478" y="1594393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则复合函数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7656F4D9-0461-CC51-E1B3-536CC1FE0939}"/>
                  </a:ext>
                </a:extLst>
              </p:cNvPr>
              <p:cNvSpPr txBox="1"/>
              <p:nvPr/>
            </p:nvSpPr>
            <p:spPr bwMode="auto">
              <a:xfrm>
                <a:off x="3752249" y="1580374"/>
                <a:ext cx="3766212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                               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7656F4D9-0461-CC51-E1B3-536CC1FE0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2249" y="1580374"/>
                <a:ext cx="3766212" cy="403225"/>
              </a:xfrm>
              <a:prstGeom prst="rect">
                <a:avLst/>
              </a:prstGeom>
              <a:blipFill>
                <a:blip r:embed="rId11"/>
                <a:stretch>
                  <a:fillRect b="-196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8FB7AEB-3A12-4824-1A75-A87AAFCEB05D}"/>
                  </a:ext>
                </a:extLst>
              </p:cNvPr>
              <p:cNvSpPr txBox="1"/>
              <p:nvPr/>
            </p:nvSpPr>
            <p:spPr bwMode="auto">
              <a:xfrm>
                <a:off x="4795566" y="1572753"/>
                <a:ext cx="2400300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8FB7AEB-3A12-4824-1A75-A87AAFCE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5566" y="1572753"/>
                <a:ext cx="2400300" cy="403225"/>
              </a:xfrm>
              <a:prstGeom prst="rect">
                <a:avLst/>
              </a:prstGeom>
              <a:blipFill>
                <a:blip r:embed="rId12"/>
                <a:stretch>
                  <a:fillRect r="-3562" b="-196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33D768F9-01CB-E785-42DB-5952C672ADCE}"/>
                  </a:ext>
                </a:extLst>
              </p:cNvPr>
              <p:cNvSpPr txBox="1"/>
              <p:nvPr/>
            </p:nvSpPr>
            <p:spPr bwMode="auto">
              <a:xfrm>
                <a:off x="3245314" y="5484656"/>
                <a:ext cx="661090" cy="4312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9" name="Object 28">
                <a:extLst>
                  <a:ext uri="{FF2B5EF4-FFF2-40B4-BE49-F238E27FC236}">
                    <a16:creationId xmlns:a16="http://schemas.microsoft.com/office/drawing/2014/main" id="{33D768F9-01CB-E785-42DB-5952C672A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5314" y="5484656"/>
                <a:ext cx="661090" cy="4312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9">
                <a:extLst>
                  <a:ext uri="{FF2B5EF4-FFF2-40B4-BE49-F238E27FC236}">
                    <a16:creationId xmlns:a16="http://schemas.microsoft.com/office/drawing/2014/main" id="{1D7D2FD7-C822-E540-FB62-66657B4D4132}"/>
                  </a:ext>
                </a:extLst>
              </p:cNvPr>
              <p:cNvSpPr txBox="1"/>
              <p:nvPr/>
            </p:nvSpPr>
            <p:spPr bwMode="auto">
              <a:xfrm>
                <a:off x="3695801" y="5271933"/>
                <a:ext cx="842354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0" name="Object 29">
                <a:extLst>
                  <a:ext uri="{FF2B5EF4-FFF2-40B4-BE49-F238E27FC236}">
                    <a16:creationId xmlns:a16="http://schemas.microsoft.com/office/drawing/2014/main" id="{1D7D2FD7-C822-E540-FB62-66657B4D4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5801" y="5271933"/>
                <a:ext cx="842354" cy="8985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0">
                <a:extLst>
                  <a:ext uri="{FF2B5EF4-FFF2-40B4-BE49-F238E27FC236}">
                    <a16:creationId xmlns:a16="http://schemas.microsoft.com/office/drawing/2014/main" id="{7719293E-1082-2FF1-50AD-8B0BB9319A26}"/>
                  </a:ext>
                </a:extLst>
              </p:cNvPr>
              <p:cNvSpPr txBox="1"/>
              <p:nvPr/>
            </p:nvSpPr>
            <p:spPr bwMode="auto">
              <a:xfrm>
                <a:off x="4500947" y="5489028"/>
                <a:ext cx="669314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1" name="Object 30">
                <a:extLst>
                  <a:ext uri="{FF2B5EF4-FFF2-40B4-BE49-F238E27FC236}">
                    <a16:creationId xmlns:a16="http://schemas.microsoft.com/office/drawing/2014/main" id="{7719293E-1082-2FF1-50AD-8B0BB9319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0947" y="5489028"/>
                <a:ext cx="669314" cy="419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31">
                <a:extLst>
                  <a:ext uri="{FF2B5EF4-FFF2-40B4-BE49-F238E27FC236}">
                    <a16:creationId xmlns:a16="http://schemas.microsoft.com/office/drawing/2014/main" id="{644A88C0-31CE-2E74-5047-9389457827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7839" y="1126628"/>
                <a:ext cx="1447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都可微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 </a:t>
                </a:r>
              </a:p>
            </p:txBody>
          </p:sp>
        </mc:Choice>
        <mc:Fallback xmlns="">
          <p:sp>
            <p:nvSpPr>
              <p:cNvPr id="22" name="Text Box 31">
                <a:extLst>
                  <a:ext uri="{FF2B5EF4-FFF2-40B4-BE49-F238E27FC236}">
                    <a16:creationId xmlns:a16="http://schemas.microsoft.com/office/drawing/2014/main" id="{644A88C0-31CE-2E74-5047-938945782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7839" y="1126628"/>
                <a:ext cx="1447800" cy="519113"/>
              </a:xfrm>
              <a:prstGeom prst="rect">
                <a:avLst/>
              </a:prstGeom>
              <a:blipFill>
                <a:blip r:embed="rId16"/>
                <a:stretch>
                  <a:fillRect l="-8403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34A537A0-A737-76DB-2490-35A9FA1E5D5D}"/>
              </a:ext>
            </a:extLst>
          </p:cNvPr>
          <p:cNvSpPr/>
          <p:nvPr/>
        </p:nvSpPr>
        <p:spPr>
          <a:xfrm>
            <a:off x="5172615" y="5740171"/>
            <a:ext cx="3070071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 w="19050">
            <a:solidFill>
              <a:srgbClr val="04926A"/>
            </a:solidFill>
          </a:ln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全微分形式不变性</a:t>
            </a:r>
            <a:endParaRPr kumimoji="1" lang="zh-CN" altLang="en-US" sz="2800" dirty="0">
              <a:solidFill>
                <a:prstClr val="black"/>
              </a:solidFill>
              <a:latin typeface="黑体"/>
              <a:ea typeface="黑体"/>
              <a:cs typeface="+mn-ea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8AB1494-3D7D-624D-BB40-F5CB03ED92CD}"/>
              </a:ext>
            </a:extLst>
          </p:cNvPr>
          <p:cNvCxnSpPr/>
          <p:nvPr/>
        </p:nvCxnSpPr>
        <p:spPr>
          <a:xfrm flipV="1">
            <a:off x="5164803" y="5622757"/>
            <a:ext cx="5820422" cy="11278"/>
          </a:xfrm>
          <a:prstGeom prst="straightConnector1">
            <a:avLst/>
          </a:prstGeom>
          <a:ln w="19050">
            <a:solidFill>
              <a:srgbClr val="0492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24">
                <a:extLst>
                  <a:ext uri="{FF2B5EF4-FFF2-40B4-BE49-F238E27FC236}">
                    <a16:creationId xmlns:a16="http://schemas.microsoft.com/office/drawing/2014/main" id="{37B9B16B-B02D-7B45-20A9-45CD059A5997}"/>
                  </a:ext>
                </a:extLst>
              </p:cNvPr>
              <p:cNvSpPr txBox="1"/>
              <p:nvPr/>
            </p:nvSpPr>
            <p:spPr>
              <a:xfrm>
                <a:off x="5053476" y="5122772"/>
                <a:ext cx="5829300" cy="419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形式与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是自变量还是中间变量无关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5" name="对象 24">
                <a:extLst>
                  <a:ext uri="{FF2B5EF4-FFF2-40B4-BE49-F238E27FC236}">
                    <a16:creationId xmlns:a16="http://schemas.microsoft.com/office/drawing/2014/main" id="{37B9B16B-B02D-7B45-20A9-45CD059A5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76" y="5122772"/>
                <a:ext cx="5829300" cy="419100"/>
              </a:xfrm>
              <a:prstGeom prst="rect">
                <a:avLst/>
              </a:prstGeom>
              <a:blipFill>
                <a:blip r:embed="rId17"/>
                <a:stretch>
                  <a:fillRect r="-1883" b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67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2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3DBC277-0924-999D-EBB4-C292E206772E}"/>
                  </a:ext>
                </a:extLst>
              </p:cNvPr>
              <p:cNvSpPr/>
              <p:nvPr/>
            </p:nvSpPr>
            <p:spPr>
              <a:xfrm>
                <a:off x="687324" y="536337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3DBC277-0924-999D-EBB4-C292E2067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36337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半闭框 65">
            <a:extLst>
              <a:ext uri="{FF2B5EF4-FFF2-40B4-BE49-F238E27FC236}">
                <a16:creationId xmlns:a16="http://schemas.microsoft.com/office/drawing/2014/main" id="{A4D29A37-41C2-F9B7-09EC-9AFF6B9DC39F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半闭框 66">
            <a:extLst>
              <a:ext uri="{FF2B5EF4-FFF2-40B4-BE49-F238E27FC236}">
                <a16:creationId xmlns:a16="http://schemas.microsoft.com/office/drawing/2014/main" id="{F1529691-B9E0-56FE-E54C-142DD6E629CC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半闭框 67">
            <a:extLst>
              <a:ext uri="{FF2B5EF4-FFF2-40B4-BE49-F238E27FC236}">
                <a16:creationId xmlns:a16="http://schemas.microsoft.com/office/drawing/2014/main" id="{CCC0A9B1-95B3-EA3A-16D8-2BA6D3E603F4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9" name="半闭框 68">
            <a:extLst>
              <a:ext uri="{FF2B5EF4-FFF2-40B4-BE49-F238E27FC236}">
                <a16:creationId xmlns:a16="http://schemas.microsoft.com/office/drawing/2014/main" id="{C9C8282A-9CD8-5CE9-C811-01A339A77F23}"/>
              </a:ext>
            </a:extLst>
          </p:cNvPr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219CF38-D0BB-5002-9A4E-F4AA5B69415F}"/>
              </a:ext>
            </a:extLst>
          </p:cNvPr>
          <p:cNvSpPr txBox="1">
            <a:spLocks noChangeArrowheads="1"/>
          </p:cNvSpPr>
          <p:nvPr/>
        </p:nvSpPr>
        <p:spPr>
          <a:xfrm>
            <a:off x="2014221" y="682031"/>
            <a:ext cx="1143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6 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C0F7B7FF-3A4B-E9C4-E5B9-77C72C7C0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47701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利用全微分形式不变性再解例</a:t>
            </a: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1. 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1248C7AF-9ADC-293E-3011-6989B44ED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221" y="125040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6">
                <a:extLst>
                  <a:ext uri="{FF2B5EF4-FFF2-40B4-BE49-F238E27FC236}">
                    <a16:creationId xmlns:a16="http://schemas.microsoft.com/office/drawing/2014/main" id="{689706F5-5490-EF30-9B5C-5157DDA00EA8}"/>
                  </a:ext>
                </a:extLst>
              </p:cNvPr>
              <p:cNvSpPr txBox="1"/>
              <p:nvPr/>
            </p:nvSpPr>
            <p:spPr bwMode="auto">
              <a:xfrm>
                <a:off x="3712210" y="4572522"/>
                <a:ext cx="4787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5" name="Object 16">
                <a:extLst>
                  <a:ext uri="{FF2B5EF4-FFF2-40B4-BE49-F238E27FC236}">
                    <a16:creationId xmlns:a16="http://schemas.microsoft.com/office/drawing/2014/main" id="{689706F5-5490-EF30-9B5C-5157DDA00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2210" y="4572522"/>
                <a:ext cx="4787900" cy="927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7">
                <a:extLst>
                  <a:ext uri="{FF2B5EF4-FFF2-40B4-BE49-F238E27FC236}">
                    <a16:creationId xmlns:a16="http://schemas.microsoft.com/office/drawing/2014/main" id="{DBBABD99-0413-AFEA-285A-BD51E3C3FDD0}"/>
                  </a:ext>
                </a:extLst>
              </p:cNvPr>
              <p:cNvSpPr txBox="1"/>
              <p:nvPr/>
            </p:nvSpPr>
            <p:spPr bwMode="auto">
              <a:xfrm>
                <a:off x="3699510" y="5396815"/>
                <a:ext cx="4800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6" name="Object 17">
                <a:extLst>
                  <a:ext uri="{FF2B5EF4-FFF2-40B4-BE49-F238E27FC236}">
                    <a16:creationId xmlns:a16="http://schemas.microsoft.com/office/drawing/2014/main" id="{DBBABD99-0413-AFEA-285A-BD51E3C3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9510" y="5396815"/>
                <a:ext cx="4800600" cy="927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8">
            <a:extLst>
              <a:ext uri="{FF2B5EF4-FFF2-40B4-BE49-F238E27FC236}">
                <a16:creationId xmlns:a16="http://schemas.microsoft.com/office/drawing/2014/main" id="{FE32091B-E017-6744-F86D-DB5D31958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896" y="4741452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所以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D3492D4-93B5-47AD-9D77-DC8C6CC3BE34}"/>
              </a:ext>
            </a:extLst>
          </p:cNvPr>
          <p:cNvGrpSpPr/>
          <p:nvPr/>
        </p:nvGrpSpPr>
        <p:grpSpPr>
          <a:xfrm>
            <a:off x="2971800" y="1298576"/>
            <a:ext cx="2338069" cy="422592"/>
            <a:chOff x="2971800" y="1298576"/>
            <a:chExt cx="2338069" cy="4225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2">
                  <a:extLst>
                    <a:ext uri="{FF2B5EF4-FFF2-40B4-BE49-F238E27FC236}">
                      <a16:creationId xmlns:a16="http://schemas.microsoft.com/office/drawing/2014/main" id="{70185631-2A1E-24E7-AFA3-4BD230CC9E85}"/>
                    </a:ext>
                  </a:extLst>
                </p:cNvPr>
                <p:cNvSpPr txBox="1"/>
                <p:nvPr/>
              </p:nvSpPr>
              <p:spPr bwMode="auto">
                <a:xfrm>
                  <a:off x="2971800" y="1298576"/>
                  <a:ext cx="2338069" cy="415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𝑧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=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黑体"/>
                                <a:ea typeface="黑体"/>
                                <a:cs typeface="+mn-ea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kumimoji="1" lang="en-US" altLang="zh-CN" sz="2200" b="0" i="0" smtClean="0">
                                <a:solidFill>
                                  <a:prstClr val="black"/>
                                </a:solidFill>
                                <a:latin typeface="黑体"/>
                                <a:ea typeface="黑体"/>
                                <a:cs typeface="+mn-ea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黑体"/>
                                <a:ea typeface="黑体"/>
                                <a:cs typeface="+mn-ea"/>
                              </a:rPr>
                              <m:t> 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)</m:t>
                            </m:r>
                          </m:fName>
                          <m:e>
                            <m:r>
                              <a:rPr kumimoji="1" lang="en-US" altLang="zh-CN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" name="Object 12">
                  <a:extLst>
                    <a:ext uri="{FF2B5EF4-FFF2-40B4-BE49-F238E27FC236}">
                      <a16:creationId xmlns:a16="http://schemas.microsoft.com/office/drawing/2014/main" id="{70185631-2A1E-24E7-AFA3-4BD230CC9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1800" y="1298576"/>
                  <a:ext cx="2338069" cy="415925"/>
                </a:xfrm>
                <a:prstGeom prst="rect">
                  <a:avLst/>
                </a:prstGeom>
                <a:blipFill>
                  <a:blip r:embed="rId11"/>
                  <a:stretch>
                    <a:fillRect l="-522" b="-235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9">
                  <a:extLst>
                    <a:ext uri="{FF2B5EF4-FFF2-40B4-BE49-F238E27FC236}">
                      <a16:creationId xmlns:a16="http://schemas.microsoft.com/office/drawing/2014/main" id="{51A8CA24-E1A5-C9FA-B293-6C172A3F3A5B}"/>
                    </a:ext>
                  </a:extLst>
                </p:cNvPr>
                <p:cNvSpPr txBox="1"/>
                <p:nvPr/>
              </p:nvSpPr>
              <p:spPr bwMode="auto">
                <a:xfrm>
                  <a:off x="3950334" y="1305243"/>
                  <a:ext cx="1168400" cy="415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𝑢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𝑣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8" name="Object 19">
                  <a:extLst>
                    <a:ext uri="{FF2B5EF4-FFF2-40B4-BE49-F238E27FC236}">
                      <a16:creationId xmlns:a16="http://schemas.microsoft.com/office/drawing/2014/main" id="{51A8CA24-E1A5-C9FA-B293-6C172A3F3A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50334" y="1305243"/>
                  <a:ext cx="1168400" cy="41592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1724B0C-21BE-463D-9530-29FE645761B2}"/>
              </a:ext>
            </a:extLst>
          </p:cNvPr>
          <p:cNvGrpSpPr/>
          <p:nvPr/>
        </p:nvGrpSpPr>
        <p:grpSpPr>
          <a:xfrm>
            <a:off x="3337182" y="1779790"/>
            <a:ext cx="3389114" cy="533400"/>
            <a:chOff x="3337182" y="1779790"/>
            <a:chExt cx="3389114" cy="533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13">
                  <a:extLst>
                    <a:ext uri="{FF2B5EF4-FFF2-40B4-BE49-F238E27FC236}">
                      <a16:creationId xmlns:a16="http://schemas.microsoft.com/office/drawing/2014/main" id="{80597F59-D490-7305-8B9C-1091C9C633ED}"/>
                    </a:ext>
                  </a:extLst>
                </p:cNvPr>
                <p:cNvSpPr txBox="1"/>
                <p:nvPr/>
              </p:nvSpPr>
              <p:spPr bwMode="auto">
                <a:xfrm>
                  <a:off x="3337182" y="1779790"/>
                  <a:ext cx="1803400" cy="533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𝑢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𝑢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2" name="Object 13">
                  <a:extLst>
                    <a:ext uri="{FF2B5EF4-FFF2-40B4-BE49-F238E27FC236}">
                      <a16:creationId xmlns:a16="http://schemas.microsoft.com/office/drawing/2014/main" id="{80597F59-D490-7305-8B9C-1091C9C63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7182" y="1779790"/>
                  <a:ext cx="1803400" cy="5334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20">
                  <a:extLst>
                    <a:ext uri="{FF2B5EF4-FFF2-40B4-BE49-F238E27FC236}">
                      <a16:creationId xmlns:a16="http://schemas.microsoft.com/office/drawing/2014/main" id="{8CE68879-55F0-C699-9EC7-280C1B729020}"/>
                    </a:ext>
                  </a:extLst>
                </p:cNvPr>
                <p:cNvSpPr txBox="1"/>
                <p:nvPr/>
              </p:nvSpPr>
              <p:spPr bwMode="auto">
                <a:xfrm>
                  <a:off x="4910196" y="1779790"/>
                  <a:ext cx="1816100" cy="533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𝑢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𝑣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9" name="Object 20">
                  <a:extLst>
                    <a:ext uri="{FF2B5EF4-FFF2-40B4-BE49-F238E27FC236}">
                      <a16:creationId xmlns:a16="http://schemas.microsoft.com/office/drawing/2014/main" id="{8CE68879-55F0-C699-9EC7-280C1B7290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10196" y="1779790"/>
                  <a:ext cx="1816100" cy="5334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5BE55EA-3A84-4C66-8029-B5B6DCB0122F}"/>
              </a:ext>
            </a:extLst>
          </p:cNvPr>
          <p:cNvGrpSpPr/>
          <p:nvPr/>
        </p:nvGrpSpPr>
        <p:grpSpPr>
          <a:xfrm>
            <a:off x="3330834" y="2282877"/>
            <a:ext cx="5868954" cy="520700"/>
            <a:chOff x="3330834" y="2282877"/>
            <a:chExt cx="5868954" cy="520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21">
                  <a:extLst>
                    <a:ext uri="{FF2B5EF4-FFF2-40B4-BE49-F238E27FC236}">
                      <a16:creationId xmlns:a16="http://schemas.microsoft.com/office/drawing/2014/main" id="{B6031AEC-1B44-E87F-355D-8FCA4E3D6861}"/>
                    </a:ext>
                  </a:extLst>
                </p:cNvPr>
                <p:cNvSpPr txBox="1"/>
                <p:nvPr/>
              </p:nvSpPr>
              <p:spPr bwMode="auto">
                <a:xfrm>
                  <a:off x="3330834" y="2282877"/>
                  <a:ext cx="5868954" cy="520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d>
                          <m:dPr>
                            <m:begChr m:val="["/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1" lang="zh-CN" alt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  <m:t>(</m:t>
                                </m:r>
                              </m:e>
                            </m:func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/>
                            <a:ea typeface="黑体"/>
                            <a:cs typeface="+mn-ea"/>
                          </a:rPr>
                          <m:t> </m:t>
                        </m:r>
                        <m:r>
                          <a:rPr kumimoji="1"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        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/>
                            <a:ea typeface="黑体"/>
                            <a:cs typeface="+mn-ea"/>
                          </a:rPr>
                          <m:t>      </m:t>
                        </m:r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solidFill>
                              <a:prstClr val="black"/>
                            </a:solidFill>
                            <a:latin typeface="黑体"/>
                            <a:ea typeface="黑体"/>
                            <a:cs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/>
                            <a:ea typeface="黑体"/>
                            <a:cs typeface="+mn-ea"/>
                          </a:rPr>
                          <m:t>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0" name="Object 21">
                  <a:extLst>
                    <a:ext uri="{FF2B5EF4-FFF2-40B4-BE49-F238E27FC236}">
                      <a16:creationId xmlns:a16="http://schemas.microsoft.com/office/drawing/2014/main" id="{B6031AEC-1B44-E87F-355D-8FCA4E3D6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0834" y="2282877"/>
                  <a:ext cx="5868954" cy="5207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22">
                  <a:extLst>
                    <a:ext uri="{FF2B5EF4-FFF2-40B4-BE49-F238E27FC236}">
                      <a16:creationId xmlns:a16="http://schemas.microsoft.com/office/drawing/2014/main" id="{F889ADB4-73ED-91CB-3252-A68852BC7AAF}"/>
                    </a:ext>
                  </a:extLst>
                </p:cNvPr>
                <p:cNvSpPr txBox="1"/>
                <p:nvPr/>
              </p:nvSpPr>
              <p:spPr bwMode="auto">
                <a:xfrm>
                  <a:off x="5430778" y="2298593"/>
                  <a:ext cx="8890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d>
                          <m:d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d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1" name="Object 22">
                  <a:extLst>
                    <a:ext uri="{FF2B5EF4-FFF2-40B4-BE49-F238E27FC236}">
                      <a16:creationId xmlns:a16="http://schemas.microsoft.com/office/drawing/2014/main" id="{F889ADB4-73ED-91CB-3252-A68852BC7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30778" y="2298593"/>
                  <a:ext cx="889000" cy="406400"/>
                </a:xfrm>
                <a:prstGeom prst="rect">
                  <a:avLst/>
                </a:prstGeom>
                <a:blipFill>
                  <a:blip r:embed="rId16"/>
                  <a:stretch>
                    <a:fillRect l="-1370" b="-179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23">
                  <a:extLst>
                    <a:ext uri="{FF2B5EF4-FFF2-40B4-BE49-F238E27FC236}">
                      <a16:creationId xmlns:a16="http://schemas.microsoft.com/office/drawing/2014/main" id="{F08D76BC-D2B9-6CB2-7850-94B2CE35D3AC}"/>
                    </a:ext>
                  </a:extLst>
                </p:cNvPr>
                <p:cNvSpPr txBox="1"/>
                <p:nvPr/>
              </p:nvSpPr>
              <p:spPr bwMode="auto">
                <a:xfrm>
                  <a:off x="7775833" y="2301610"/>
                  <a:ext cx="128778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d>
                          <m:d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d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2" name="Object 23">
                  <a:extLst>
                    <a:ext uri="{FF2B5EF4-FFF2-40B4-BE49-F238E27FC236}">
                      <a16:creationId xmlns:a16="http://schemas.microsoft.com/office/drawing/2014/main" id="{F08D76BC-D2B9-6CB2-7850-94B2CE35D3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75833" y="2301610"/>
                  <a:ext cx="1287780" cy="406400"/>
                </a:xfrm>
                <a:prstGeom prst="rect">
                  <a:avLst/>
                </a:prstGeom>
                <a:blipFill>
                  <a:blip r:embed="rId17"/>
                  <a:stretch>
                    <a:fillRect l="-948" b="-1969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8FC766E-74FA-464C-8B42-A695A5B0E533}"/>
              </a:ext>
            </a:extLst>
          </p:cNvPr>
          <p:cNvGrpSpPr/>
          <p:nvPr/>
        </p:nvGrpSpPr>
        <p:grpSpPr>
          <a:xfrm>
            <a:off x="3330833" y="3456909"/>
            <a:ext cx="4526279" cy="457200"/>
            <a:chOff x="3330833" y="3456909"/>
            <a:chExt cx="4526279" cy="457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5">
                  <a:extLst>
                    <a:ext uri="{FF2B5EF4-FFF2-40B4-BE49-F238E27FC236}">
                      <a16:creationId xmlns:a16="http://schemas.microsoft.com/office/drawing/2014/main" id="{DE52182C-B1B3-A8AE-AFF5-CAF53041EC05}"/>
                    </a:ext>
                  </a:extLst>
                </p:cNvPr>
                <p:cNvSpPr txBox="1"/>
                <p:nvPr/>
              </p:nvSpPr>
              <p:spPr bwMode="auto">
                <a:xfrm>
                  <a:off x="3330833" y="3456909"/>
                  <a:ext cx="4464049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[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3" name="Object 15">
                  <a:extLst>
                    <a:ext uri="{FF2B5EF4-FFF2-40B4-BE49-F238E27FC236}">
                      <a16:creationId xmlns:a16="http://schemas.microsoft.com/office/drawing/2014/main" id="{DE52182C-B1B3-A8AE-AFF5-CAF53041E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0833" y="3456909"/>
                  <a:ext cx="4464049" cy="457200"/>
                </a:xfrm>
                <a:prstGeom prst="rect">
                  <a:avLst/>
                </a:prstGeom>
                <a:blipFill>
                  <a:blip r:embed="rId18"/>
                  <a:stretch>
                    <a:fillRect b="-13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27">
                  <a:extLst>
                    <a:ext uri="{FF2B5EF4-FFF2-40B4-BE49-F238E27FC236}">
                      <a16:creationId xmlns:a16="http://schemas.microsoft.com/office/drawing/2014/main" id="{588F5DD3-CC75-0292-0667-95FAC17EB200}"/>
                    </a:ext>
                  </a:extLst>
                </p:cNvPr>
                <p:cNvSpPr txBox="1"/>
                <p:nvPr/>
              </p:nvSpPr>
              <p:spPr bwMode="auto">
                <a:xfrm>
                  <a:off x="7387212" y="3459449"/>
                  <a:ext cx="4699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5" name="Object 27">
                  <a:extLst>
                    <a:ext uri="{FF2B5EF4-FFF2-40B4-BE49-F238E27FC236}">
                      <a16:creationId xmlns:a16="http://schemas.microsoft.com/office/drawing/2014/main" id="{588F5DD3-CC75-0292-0667-95FAC17EB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87212" y="3459449"/>
                  <a:ext cx="469900" cy="406400"/>
                </a:xfrm>
                <a:prstGeom prst="rect">
                  <a:avLst/>
                </a:prstGeom>
                <a:blipFill>
                  <a:blip r:embed="rId19"/>
                  <a:stretch>
                    <a:fillRect l="-2597" r="-5195" b="-298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8355BE1-F5F5-4BAD-9BA1-F7E37CA650E1}"/>
              </a:ext>
            </a:extLst>
          </p:cNvPr>
          <p:cNvGrpSpPr/>
          <p:nvPr/>
        </p:nvGrpSpPr>
        <p:grpSpPr>
          <a:xfrm>
            <a:off x="4663698" y="4050226"/>
            <a:ext cx="4375785" cy="457200"/>
            <a:chOff x="4663698" y="4050226"/>
            <a:chExt cx="4375785" cy="457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24">
                  <a:extLst>
                    <a:ext uri="{FF2B5EF4-FFF2-40B4-BE49-F238E27FC236}">
                      <a16:creationId xmlns:a16="http://schemas.microsoft.com/office/drawing/2014/main" id="{9CC448F7-B241-82F2-D50C-198304B6E4B5}"/>
                    </a:ext>
                  </a:extLst>
                </p:cNvPr>
                <p:cNvSpPr txBox="1"/>
                <p:nvPr/>
              </p:nvSpPr>
              <p:spPr bwMode="auto">
                <a:xfrm>
                  <a:off x="4663698" y="4050226"/>
                  <a:ext cx="4167505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[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3" name="Object 24">
                  <a:extLst>
                    <a:ext uri="{FF2B5EF4-FFF2-40B4-BE49-F238E27FC236}">
                      <a16:creationId xmlns:a16="http://schemas.microsoft.com/office/drawing/2014/main" id="{9CC448F7-B241-82F2-D50C-198304B6E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63698" y="4050226"/>
                  <a:ext cx="4167505" cy="457200"/>
                </a:xfrm>
                <a:prstGeom prst="rect">
                  <a:avLst/>
                </a:prstGeom>
                <a:blipFill>
                  <a:blip r:embed="rId20"/>
                  <a:stretch>
                    <a:fillRect r="-146" b="-13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28">
                  <a:extLst>
                    <a:ext uri="{FF2B5EF4-FFF2-40B4-BE49-F238E27FC236}">
                      <a16:creationId xmlns:a16="http://schemas.microsoft.com/office/drawing/2014/main" id="{EECFFEE6-48B8-0701-083F-F85CAF9D2484}"/>
                    </a:ext>
                  </a:extLst>
                </p:cNvPr>
                <p:cNvSpPr txBox="1"/>
                <p:nvPr/>
              </p:nvSpPr>
              <p:spPr bwMode="auto">
                <a:xfrm>
                  <a:off x="8607683" y="4053562"/>
                  <a:ext cx="4318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6" name="Object 28">
                  <a:extLst>
                    <a:ext uri="{FF2B5EF4-FFF2-40B4-BE49-F238E27FC236}">
                      <a16:creationId xmlns:a16="http://schemas.microsoft.com/office/drawing/2014/main" id="{EECFFEE6-48B8-0701-083F-F85CAF9D2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07683" y="4053562"/>
                  <a:ext cx="431800" cy="406400"/>
                </a:xfrm>
                <a:prstGeom prst="rect">
                  <a:avLst/>
                </a:prstGeom>
                <a:blipFill>
                  <a:blip r:embed="rId21"/>
                  <a:stretch>
                    <a:fillRect l="-8451" r="-25352" b="-253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4158ABF-4904-4C4F-A332-C614F69E1F7D}"/>
              </a:ext>
            </a:extLst>
          </p:cNvPr>
          <p:cNvGrpSpPr/>
          <p:nvPr/>
        </p:nvGrpSpPr>
        <p:grpSpPr>
          <a:xfrm>
            <a:off x="3322896" y="2881690"/>
            <a:ext cx="6753969" cy="534352"/>
            <a:chOff x="3322896" y="2881690"/>
            <a:chExt cx="6753969" cy="5343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Object 14">
                  <a:extLst>
                    <a:ext uri="{FF2B5EF4-FFF2-40B4-BE49-F238E27FC236}">
                      <a16:creationId xmlns:a16="http://schemas.microsoft.com/office/drawing/2014/main" id="{7D903A9B-0972-7823-B893-6BC93B582070}"/>
                    </a:ext>
                  </a:extLst>
                </p:cNvPr>
                <p:cNvSpPr txBox="1"/>
                <p:nvPr/>
              </p:nvSpPr>
              <p:spPr bwMode="auto">
                <a:xfrm>
                  <a:off x="3322896" y="2887405"/>
                  <a:ext cx="6753969" cy="5286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d>
                          <m:dPr>
                            <m:begChr m:val="["/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1" lang="zh-CN" alt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  <m:t>(</m:t>
                                </m:r>
                              </m:e>
                            </m:func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solidFill>
                              <a:prstClr val="black"/>
                            </a:solidFill>
                            <a:latin typeface="黑体"/>
                            <a:ea typeface="黑体"/>
                            <a:cs typeface="+mn-ea"/>
                          </a:rPr>
                          <m:t> </m:t>
                        </m:r>
                        <m:r>
                          <a:rPr kumimoji="1"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                     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/>
                            <a:ea typeface="黑体"/>
                            <a:cs typeface="+mn-ea"/>
                          </a:rPr>
                          <m:t>        </m:t>
                        </m:r>
                        <m:r>
                          <a:rPr kumimoji="1" lang="en-US" altLang="zh-CN" sz="2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 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" name="Object 14">
                  <a:extLst>
                    <a:ext uri="{FF2B5EF4-FFF2-40B4-BE49-F238E27FC236}">
                      <a16:creationId xmlns:a16="http://schemas.microsoft.com/office/drawing/2014/main" id="{7D903A9B-0972-7823-B893-6BC93B5820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22896" y="2887405"/>
                  <a:ext cx="6753969" cy="528637"/>
                </a:xfrm>
                <a:prstGeom prst="rect">
                  <a:avLst/>
                </a:prstGeom>
                <a:blipFill>
                  <a:blip r:embed="rId22"/>
                  <a:stretch>
                    <a:fillRect r="-63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26">
                  <a:extLst>
                    <a:ext uri="{FF2B5EF4-FFF2-40B4-BE49-F238E27FC236}">
                      <a16:creationId xmlns:a16="http://schemas.microsoft.com/office/drawing/2014/main" id="{D81C4B81-32FF-D534-E858-93DD1866BC16}"/>
                    </a:ext>
                  </a:extLst>
                </p:cNvPr>
                <p:cNvSpPr txBox="1"/>
                <p:nvPr/>
              </p:nvSpPr>
              <p:spPr bwMode="auto">
                <a:xfrm>
                  <a:off x="8548945" y="2881690"/>
                  <a:ext cx="14097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/>
                            <a:cs typeface="+mn-ea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4" name="Object 26">
                  <a:extLst>
                    <a:ext uri="{FF2B5EF4-FFF2-40B4-BE49-F238E27FC236}">
                      <a16:creationId xmlns:a16="http://schemas.microsoft.com/office/drawing/2014/main" id="{D81C4B81-32FF-D534-E858-93DD1866B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48945" y="2881690"/>
                  <a:ext cx="1409700" cy="406400"/>
                </a:xfrm>
                <a:prstGeom prst="rect">
                  <a:avLst/>
                </a:prstGeom>
                <a:blipFill>
                  <a:blip r:embed="rId23"/>
                  <a:stretch>
                    <a:fillRect l="-2586" r="-431" b="-272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29">
                  <a:extLst>
                    <a:ext uri="{FF2B5EF4-FFF2-40B4-BE49-F238E27FC236}">
                      <a16:creationId xmlns:a16="http://schemas.microsoft.com/office/drawing/2014/main" id="{7316429B-4704-F837-FF3C-1C492E03D1DE}"/>
                    </a:ext>
                  </a:extLst>
                </p:cNvPr>
                <p:cNvSpPr txBox="1"/>
                <p:nvPr/>
              </p:nvSpPr>
              <p:spPr bwMode="auto">
                <a:xfrm>
                  <a:off x="5373628" y="2895977"/>
                  <a:ext cx="1695450" cy="4032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1" lang="zh-CN" altLang="en-US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</m:ctrlPr>
                          </m:d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/>
                                <a:cs typeface="+mn-ea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7" name="Object 29">
                  <a:extLst>
                    <a:ext uri="{FF2B5EF4-FFF2-40B4-BE49-F238E27FC236}">
                      <a16:creationId xmlns:a16="http://schemas.microsoft.com/office/drawing/2014/main" id="{7316429B-4704-F837-FF3C-1C492E03D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3628" y="2895977"/>
                  <a:ext cx="1695450" cy="403225"/>
                </a:xfrm>
                <a:prstGeom prst="rect">
                  <a:avLst/>
                </a:prstGeom>
                <a:blipFill>
                  <a:blip r:embed="rId24"/>
                  <a:stretch>
                    <a:fillRect b="-272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595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360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3564</TotalTime>
  <Words>2324</Words>
  <Application>Microsoft Office PowerPoint</Application>
  <PresentationFormat>宽屏</PresentationFormat>
  <Paragraphs>420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等线</vt:lpstr>
      <vt:lpstr>黑体</vt:lpstr>
      <vt:lpstr>华文中宋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467</cp:revision>
  <cp:lastPrinted>2023-06-06T06:09:26Z</cp:lastPrinted>
  <dcterms:created xsi:type="dcterms:W3CDTF">2022-03-21T05:54:00Z</dcterms:created>
  <dcterms:modified xsi:type="dcterms:W3CDTF">2023-07-06T03:19:06Z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